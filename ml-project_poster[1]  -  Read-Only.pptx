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8" r:id="rId2"/>
  </p:sldIdLst>
  <p:sldSz cx="21396325" cy="15087600"/>
  <p:notesSz cx="9601200" cy="7315200"/>
  <p:defaultTextStyle>
    <a:defPPr>
      <a:defRPr lang="en-US"/>
    </a:defPPr>
    <a:lvl1pPr algn="l" defTabSz="2076450" rtl="0" fontAlgn="base">
      <a:spcBef>
        <a:spcPct val="0"/>
      </a:spcBef>
      <a:spcAft>
        <a:spcPct val="0"/>
      </a:spcAft>
      <a:defRPr sz="4100" kern="1200">
        <a:solidFill>
          <a:schemeClr val="tx1"/>
        </a:solidFill>
        <a:latin typeface="Arial" charset="0"/>
        <a:ea typeface="+mn-ea"/>
        <a:cs typeface="+mn-cs"/>
      </a:defRPr>
    </a:lvl1pPr>
    <a:lvl2pPr marL="1038225" indent="-581025" algn="l" defTabSz="2076450" rtl="0" fontAlgn="base">
      <a:spcBef>
        <a:spcPct val="0"/>
      </a:spcBef>
      <a:spcAft>
        <a:spcPct val="0"/>
      </a:spcAft>
      <a:defRPr sz="4100" kern="1200">
        <a:solidFill>
          <a:schemeClr val="tx1"/>
        </a:solidFill>
        <a:latin typeface="Arial" charset="0"/>
        <a:ea typeface="+mn-ea"/>
        <a:cs typeface="+mn-cs"/>
      </a:defRPr>
    </a:lvl2pPr>
    <a:lvl3pPr marL="2076450" indent="-1162050" algn="l" defTabSz="2076450" rtl="0" fontAlgn="base">
      <a:spcBef>
        <a:spcPct val="0"/>
      </a:spcBef>
      <a:spcAft>
        <a:spcPct val="0"/>
      </a:spcAft>
      <a:defRPr sz="4100" kern="1200">
        <a:solidFill>
          <a:schemeClr val="tx1"/>
        </a:solidFill>
        <a:latin typeface="Arial" charset="0"/>
        <a:ea typeface="+mn-ea"/>
        <a:cs typeface="+mn-cs"/>
      </a:defRPr>
    </a:lvl3pPr>
    <a:lvl4pPr marL="3116263" indent="-1744663" algn="l" defTabSz="2076450" rtl="0" fontAlgn="base">
      <a:spcBef>
        <a:spcPct val="0"/>
      </a:spcBef>
      <a:spcAft>
        <a:spcPct val="0"/>
      </a:spcAft>
      <a:defRPr sz="4100" kern="1200">
        <a:solidFill>
          <a:schemeClr val="tx1"/>
        </a:solidFill>
        <a:latin typeface="Arial" charset="0"/>
        <a:ea typeface="+mn-ea"/>
        <a:cs typeface="+mn-cs"/>
      </a:defRPr>
    </a:lvl4pPr>
    <a:lvl5pPr marL="4154488" indent="-2325688" algn="l" defTabSz="2076450" rtl="0" fontAlgn="base">
      <a:spcBef>
        <a:spcPct val="0"/>
      </a:spcBef>
      <a:spcAft>
        <a:spcPct val="0"/>
      </a:spcAft>
      <a:defRPr sz="4100" kern="1200">
        <a:solidFill>
          <a:schemeClr val="tx1"/>
        </a:solidFill>
        <a:latin typeface="Arial" charset="0"/>
        <a:ea typeface="+mn-ea"/>
        <a:cs typeface="+mn-cs"/>
      </a:defRPr>
    </a:lvl5pPr>
    <a:lvl6pPr marL="2286000" algn="l" defTabSz="914400" rtl="0" eaLnBrk="1" latinLnBrk="0" hangingPunct="1">
      <a:defRPr sz="4100" kern="1200">
        <a:solidFill>
          <a:schemeClr val="tx1"/>
        </a:solidFill>
        <a:latin typeface="Arial" charset="0"/>
        <a:ea typeface="+mn-ea"/>
        <a:cs typeface="+mn-cs"/>
      </a:defRPr>
    </a:lvl6pPr>
    <a:lvl7pPr marL="2743200" algn="l" defTabSz="914400" rtl="0" eaLnBrk="1" latinLnBrk="0" hangingPunct="1">
      <a:defRPr sz="4100" kern="1200">
        <a:solidFill>
          <a:schemeClr val="tx1"/>
        </a:solidFill>
        <a:latin typeface="Arial" charset="0"/>
        <a:ea typeface="+mn-ea"/>
        <a:cs typeface="+mn-cs"/>
      </a:defRPr>
    </a:lvl7pPr>
    <a:lvl8pPr marL="3200400" algn="l" defTabSz="914400" rtl="0" eaLnBrk="1" latinLnBrk="0" hangingPunct="1">
      <a:defRPr sz="4100" kern="1200">
        <a:solidFill>
          <a:schemeClr val="tx1"/>
        </a:solidFill>
        <a:latin typeface="Arial" charset="0"/>
        <a:ea typeface="+mn-ea"/>
        <a:cs typeface="+mn-cs"/>
      </a:defRPr>
    </a:lvl8pPr>
    <a:lvl9pPr marL="3657600" algn="l" defTabSz="914400" rtl="0" eaLnBrk="1" latinLnBrk="0" hangingPunct="1">
      <a:defRPr sz="41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4752">
          <p15:clr>
            <a:srgbClr val="A4A3A4"/>
          </p15:clr>
        </p15:guide>
        <p15:guide id="2" pos="67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E10704-226F-4518-98F1-BBC6D050D4AB}" v="2" dt="2025-02-17T04:50:55.7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4404" autoAdjust="0"/>
  </p:normalViewPr>
  <p:slideViewPr>
    <p:cSldViewPr>
      <p:cViewPr varScale="1">
        <p:scale>
          <a:sx n="41" d="100"/>
          <a:sy n="41" d="100"/>
        </p:scale>
        <p:origin x="1517" y="-192"/>
      </p:cViewPr>
      <p:guideLst>
        <p:guide orient="horz" pos="4752"/>
        <p:guide pos="67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 Budihal" userId="2dd2abd5e02a52ca" providerId="LiveId" clId="{BDE10704-226F-4518-98F1-BBC6D050D4AB}"/>
    <pc:docChg chg="undo custSel modSld">
      <pc:chgData name="Priyanka Budihal" userId="2dd2abd5e02a52ca" providerId="LiveId" clId="{BDE10704-226F-4518-98F1-BBC6D050D4AB}" dt="2025-02-17T05:04:24.575" v="153" actId="1076"/>
      <pc:docMkLst>
        <pc:docMk/>
      </pc:docMkLst>
      <pc:sldChg chg="addSp delSp modSp mod">
        <pc:chgData name="Priyanka Budihal" userId="2dd2abd5e02a52ca" providerId="LiveId" clId="{BDE10704-226F-4518-98F1-BBC6D050D4AB}" dt="2025-02-17T05:04:24.575" v="153" actId="1076"/>
        <pc:sldMkLst>
          <pc:docMk/>
          <pc:sldMk cId="0" sldId="258"/>
        </pc:sldMkLst>
        <pc:spChg chg="mod">
          <ac:chgData name="Priyanka Budihal" userId="2dd2abd5e02a52ca" providerId="LiveId" clId="{BDE10704-226F-4518-98F1-BBC6D050D4AB}" dt="2025-02-17T04:46:21.635" v="13" actId="1076"/>
          <ac:spMkLst>
            <pc:docMk/>
            <pc:sldMk cId="0" sldId="258"/>
            <ac:spMk id="3" creationId="{5CF9EC95-3B66-8DCC-0C14-F46EA7898AC6}"/>
          </ac:spMkLst>
        </pc:spChg>
        <pc:spChg chg="mod">
          <ac:chgData name="Priyanka Budihal" userId="2dd2abd5e02a52ca" providerId="LiveId" clId="{BDE10704-226F-4518-98F1-BBC6D050D4AB}" dt="2025-02-17T04:47:31.984" v="27" actId="20577"/>
          <ac:spMkLst>
            <pc:docMk/>
            <pc:sldMk cId="0" sldId="258"/>
            <ac:spMk id="5" creationId="{00000000-0000-0000-0000-000000000000}"/>
          </ac:spMkLst>
        </pc:spChg>
        <pc:spChg chg="mod">
          <ac:chgData name="Priyanka Budihal" userId="2dd2abd5e02a52ca" providerId="LiveId" clId="{BDE10704-226F-4518-98F1-BBC6D050D4AB}" dt="2025-02-17T05:04:17.293" v="151" actId="1076"/>
          <ac:spMkLst>
            <pc:docMk/>
            <pc:sldMk cId="0" sldId="258"/>
            <ac:spMk id="10" creationId="{1A8940EC-363E-10C2-C5C8-CDB76EE4A4D7}"/>
          </ac:spMkLst>
        </pc:spChg>
        <pc:spChg chg="add">
          <ac:chgData name="Priyanka Budihal" userId="2dd2abd5e02a52ca" providerId="LiveId" clId="{BDE10704-226F-4518-98F1-BBC6D050D4AB}" dt="2025-02-17T04:50:52.488" v="29"/>
          <ac:spMkLst>
            <pc:docMk/>
            <pc:sldMk cId="0" sldId="258"/>
            <ac:spMk id="11" creationId="{D9DAC4AB-87B3-AF37-80BF-C98C9496B856}"/>
          </ac:spMkLst>
        </pc:spChg>
        <pc:spChg chg="mod">
          <ac:chgData name="Priyanka Budihal" userId="2dd2abd5e02a52ca" providerId="LiveId" clId="{BDE10704-226F-4518-98F1-BBC6D050D4AB}" dt="2025-02-17T04:45:50.478" v="9" actId="20577"/>
          <ac:spMkLst>
            <pc:docMk/>
            <pc:sldMk cId="0" sldId="258"/>
            <ac:spMk id="13" creationId="{F67AC193-9038-BF27-0726-B212AF31341C}"/>
          </ac:spMkLst>
        </pc:spChg>
        <pc:spChg chg="mod">
          <ac:chgData name="Priyanka Budihal" userId="2dd2abd5e02a52ca" providerId="LiveId" clId="{BDE10704-226F-4518-98F1-BBC6D050D4AB}" dt="2025-02-17T04:46:04.190" v="11" actId="1076"/>
          <ac:spMkLst>
            <pc:docMk/>
            <pc:sldMk cId="0" sldId="258"/>
            <ac:spMk id="16" creationId="{1342FAA4-B6C5-E872-BDFB-B5D93CCF89A2}"/>
          </ac:spMkLst>
        </pc:spChg>
        <pc:spChg chg="mod">
          <ac:chgData name="Priyanka Budihal" userId="2dd2abd5e02a52ca" providerId="LiveId" clId="{BDE10704-226F-4518-98F1-BBC6D050D4AB}" dt="2025-02-17T04:46:16.375" v="12" actId="1076"/>
          <ac:spMkLst>
            <pc:docMk/>
            <pc:sldMk cId="0" sldId="258"/>
            <ac:spMk id="32" creationId="{00000000-0000-0000-0000-000000000000}"/>
          </ac:spMkLst>
        </pc:spChg>
        <pc:spChg chg="mod">
          <ac:chgData name="Priyanka Budihal" userId="2dd2abd5e02a52ca" providerId="LiveId" clId="{BDE10704-226F-4518-98F1-BBC6D050D4AB}" dt="2025-02-17T05:04:09.676" v="150" actId="14100"/>
          <ac:spMkLst>
            <pc:docMk/>
            <pc:sldMk cId="0" sldId="258"/>
            <ac:spMk id="210" creationId="{00000000-0000-0000-0000-000000000000}"/>
          </ac:spMkLst>
        </pc:spChg>
        <pc:spChg chg="mod">
          <ac:chgData name="Priyanka Budihal" userId="2dd2abd5e02a52ca" providerId="LiveId" clId="{BDE10704-226F-4518-98F1-BBC6D050D4AB}" dt="2025-02-17T04:45:56.035" v="10" actId="1076"/>
          <ac:spMkLst>
            <pc:docMk/>
            <pc:sldMk cId="0" sldId="258"/>
            <ac:spMk id="250" creationId="{00000000-0000-0000-0000-000000000000}"/>
          </ac:spMkLst>
        </pc:spChg>
        <pc:spChg chg="mod">
          <ac:chgData name="Priyanka Budihal" userId="2dd2abd5e02a52ca" providerId="LiveId" clId="{BDE10704-226F-4518-98F1-BBC6D050D4AB}" dt="2025-02-17T04:46:34.479" v="14" actId="1076"/>
          <ac:spMkLst>
            <pc:docMk/>
            <pc:sldMk cId="0" sldId="258"/>
            <ac:spMk id="2060" creationId="{00000000-0000-0000-0000-000000000000}"/>
          </ac:spMkLst>
        </pc:spChg>
        <pc:spChg chg="del">
          <ac:chgData name="Priyanka Budihal" userId="2dd2abd5e02a52ca" providerId="LiveId" clId="{BDE10704-226F-4518-98F1-BBC6D050D4AB}" dt="2025-02-17T04:45:19.136" v="8" actId="21"/>
          <ac:spMkLst>
            <pc:docMk/>
            <pc:sldMk cId="0" sldId="258"/>
            <ac:spMk id="2061" creationId="{00000000-0000-0000-0000-000000000000}"/>
          </ac:spMkLst>
        </pc:spChg>
        <pc:picChg chg="mod">
          <ac:chgData name="Priyanka Budihal" userId="2dd2abd5e02a52ca" providerId="LiveId" clId="{BDE10704-226F-4518-98F1-BBC6D050D4AB}" dt="2025-02-17T04:44:51.546" v="7" actId="14100"/>
          <ac:picMkLst>
            <pc:docMk/>
            <pc:sldMk cId="0" sldId="258"/>
            <ac:picMk id="2" creationId="{00000000-0000-0000-0000-000000000000}"/>
          </ac:picMkLst>
        </pc:picChg>
        <pc:picChg chg="mod">
          <ac:chgData name="Priyanka Budihal" userId="2dd2abd5e02a52ca" providerId="LiveId" clId="{BDE10704-226F-4518-98F1-BBC6D050D4AB}" dt="2025-02-17T04:43:27.740" v="3" actId="14100"/>
          <ac:picMkLst>
            <pc:docMk/>
            <pc:sldMk cId="0" sldId="258"/>
            <ac:picMk id="6" creationId="{BE780AEA-B602-E9F1-CA00-10F2F0AB792F}"/>
          </ac:picMkLst>
        </pc:picChg>
        <pc:picChg chg="mod">
          <ac:chgData name="Priyanka Budihal" userId="2dd2abd5e02a52ca" providerId="LiveId" clId="{BDE10704-226F-4518-98F1-BBC6D050D4AB}" dt="2025-02-17T05:04:24.575" v="153" actId="1076"/>
          <ac:picMkLst>
            <pc:docMk/>
            <pc:sldMk cId="0" sldId="258"/>
            <ac:picMk id="7" creationId="{17856319-C79C-5C53-0626-707E8243CC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61" tIns="48331" rIns="96661" bIns="48331" rtlCol="0"/>
          <a:lstStyle>
            <a:lvl1pPr algn="l">
              <a:defRPr sz="1300"/>
            </a:lvl1pPr>
          </a:lstStyle>
          <a:p>
            <a:pPr>
              <a:defRPr/>
            </a:pPr>
            <a:endParaRPr lang="en-US" dirty="0"/>
          </a:p>
        </p:txBody>
      </p:sp>
      <p:sp>
        <p:nvSpPr>
          <p:cNvPr id="3" name="Date Placeholder 2"/>
          <p:cNvSpPr>
            <a:spLocks noGrp="1"/>
          </p:cNvSpPr>
          <p:nvPr>
            <p:ph type="dt" idx="1"/>
          </p:nvPr>
        </p:nvSpPr>
        <p:spPr>
          <a:xfrm>
            <a:off x="5439014" y="0"/>
            <a:ext cx="4160520" cy="365760"/>
          </a:xfrm>
          <a:prstGeom prst="rect">
            <a:avLst/>
          </a:prstGeom>
        </p:spPr>
        <p:txBody>
          <a:bodyPr vert="horz" lIns="96661" tIns="48331" rIns="96661" bIns="48331" rtlCol="0"/>
          <a:lstStyle>
            <a:lvl1pPr algn="r">
              <a:defRPr sz="1300"/>
            </a:lvl1pPr>
          </a:lstStyle>
          <a:p>
            <a:pPr>
              <a:defRPr/>
            </a:pPr>
            <a:fld id="{8DA7D3DA-D4CF-4054-A710-8575792C48DD}" type="datetimeFigureOut">
              <a:rPr lang="en-US"/>
              <a:pPr>
                <a:defRPr/>
              </a:pPr>
              <a:t>2/17/2025</a:t>
            </a:fld>
            <a:endParaRPr lang="en-US" dirty="0"/>
          </a:p>
        </p:txBody>
      </p:sp>
      <p:sp>
        <p:nvSpPr>
          <p:cNvPr id="4" name="Slide Image Placeholder 3"/>
          <p:cNvSpPr>
            <a:spLocks noGrp="1" noRot="1" noChangeAspect="1"/>
          </p:cNvSpPr>
          <p:nvPr>
            <p:ph type="sldImg" idx="2"/>
          </p:nvPr>
        </p:nvSpPr>
        <p:spPr>
          <a:xfrm>
            <a:off x="2855913" y="549275"/>
            <a:ext cx="3889375" cy="2743200"/>
          </a:xfrm>
          <a:prstGeom prst="rect">
            <a:avLst/>
          </a:prstGeom>
          <a:noFill/>
          <a:ln w="12700">
            <a:solidFill>
              <a:prstClr val="black"/>
            </a:solidFill>
          </a:ln>
        </p:spPr>
        <p:txBody>
          <a:bodyPr vert="horz" lIns="96661" tIns="48331" rIns="96661" bIns="48331" rtlCol="0" anchor="ctr"/>
          <a:lstStyle/>
          <a:p>
            <a:pPr lvl="0"/>
            <a:endParaRPr lang="en-US" noProof="0" dirty="0"/>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947747"/>
            <a:ext cx="4160520" cy="365760"/>
          </a:xfrm>
          <a:prstGeom prst="rect">
            <a:avLst/>
          </a:prstGeom>
        </p:spPr>
        <p:txBody>
          <a:bodyPr vert="horz" lIns="96661" tIns="48331" rIns="96661" bIns="48331" rtlCol="0" anchor="b"/>
          <a:lstStyle>
            <a:lvl1pPr algn="l">
              <a:defRPr sz="1300"/>
            </a:lvl1pPr>
          </a:lstStyle>
          <a:p>
            <a:pPr>
              <a:defRPr/>
            </a:pPr>
            <a:endParaRPr lang="en-US" dirty="0"/>
          </a:p>
        </p:txBody>
      </p:sp>
      <p:sp>
        <p:nvSpPr>
          <p:cNvPr id="7" name="Slide Number Placeholder 6"/>
          <p:cNvSpPr>
            <a:spLocks noGrp="1"/>
          </p:cNvSpPr>
          <p:nvPr>
            <p:ph type="sldNum" sz="quarter" idx="5"/>
          </p:nvPr>
        </p:nvSpPr>
        <p:spPr>
          <a:xfrm>
            <a:off x="5439014" y="6947747"/>
            <a:ext cx="4160520" cy="365760"/>
          </a:xfrm>
          <a:prstGeom prst="rect">
            <a:avLst/>
          </a:prstGeom>
        </p:spPr>
        <p:txBody>
          <a:bodyPr vert="horz" lIns="96661" tIns="48331" rIns="96661" bIns="48331" rtlCol="0" anchor="b"/>
          <a:lstStyle>
            <a:lvl1pPr algn="r">
              <a:defRPr sz="1300"/>
            </a:lvl1pPr>
          </a:lstStyle>
          <a:p>
            <a:pPr>
              <a:defRPr/>
            </a:pPr>
            <a:fld id="{095823FB-3E7A-4815-914B-4B33629D59C3}" type="slidenum">
              <a:rPr lang="en-US"/>
              <a:pPr>
                <a:defRPr/>
              </a:pPr>
              <a:t>‹#›</a:t>
            </a:fld>
            <a:endParaRPr lang="en-US" dirty="0"/>
          </a:p>
        </p:txBody>
      </p:sp>
    </p:spTree>
    <p:extLst>
      <p:ext uri="{BB962C8B-B14F-4D97-AF65-F5344CB8AC3E}">
        <p14:creationId xmlns:p14="http://schemas.microsoft.com/office/powerpoint/2010/main" val="27116594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xfrm>
            <a:off x="2855913" y="549275"/>
            <a:ext cx="3889375" cy="2743200"/>
          </a:xfrm>
          <a:noFill/>
          <a:ln>
            <a:solidFill>
              <a:srgbClr val="000000"/>
            </a:solidFill>
            <a:miter lim="800000"/>
            <a:headEnd/>
            <a:tailEnd/>
          </a:ln>
        </p:spPr>
      </p:sp>
      <p:sp>
        <p:nvSpPr>
          <p:cNvPr id="40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b="1" dirty="0"/>
          </a:p>
        </p:txBody>
      </p:sp>
      <p:sp>
        <p:nvSpPr>
          <p:cNvPr id="41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7FB7E0C-4FEA-4D01-9D63-D6E98DE38827}" type="slidenum">
              <a:rPr lang="en-US" smtClean="0"/>
              <a:pPr/>
              <a:t>1</a:t>
            </a:fld>
            <a:endParaRPr lang="en-US" dirty="0"/>
          </a:p>
        </p:txBody>
      </p:sp>
    </p:spTree>
    <p:extLst>
      <p:ext uri="{BB962C8B-B14F-4D97-AF65-F5344CB8AC3E}">
        <p14:creationId xmlns:p14="http://schemas.microsoft.com/office/powerpoint/2010/main" val="3295111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724" y="4686937"/>
            <a:ext cx="18186877" cy="3234055"/>
          </a:xfrm>
        </p:spPr>
        <p:txBody>
          <a:bodyPr/>
          <a:lstStyle/>
          <a:p>
            <a:r>
              <a:rPr lang="en-US"/>
              <a:t>Click to edit Master title style</a:t>
            </a:r>
          </a:p>
        </p:txBody>
      </p:sp>
      <p:sp>
        <p:nvSpPr>
          <p:cNvPr id="3" name="Subtitle 2"/>
          <p:cNvSpPr>
            <a:spLocks noGrp="1"/>
          </p:cNvSpPr>
          <p:nvPr>
            <p:ph type="subTitle" idx="1"/>
          </p:nvPr>
        </p:nvSpPr>
        <p:spPr>
          <a:xfrm>
            <a:off x="3209450" y="8549641"/>
            <a:ext cx="14977428" cy="3855720"/>
          </a:xfrm>
        </p:spPr>
        <p:txBody>
          <a:bodyPr/>
          <a:lstStyle>
            <a:lvl1pPr marL="0" indent="0" algn="ctr">
              <a:buNone/>
              <a:defRPr>
                <a:solidFill>
                  <a:schemeClr val="tx1">
                    <a:tint val="75000"/>
                  </a:schemeClr>
                </a:solidFill>
              </a:defRPr>
            </a:lvl1pPr>
            <a:lvl2pPr marL="1038964" indent="0" algn="ctr">
              <a:buNone/>
              <a:defRPr>
                <a:solidFill>
                  <a:schemeClr val="tx1">
                    <a:tint val="75000"/>
                  </a:schemeClr>
                </a:solidFill>
              </a:defRPr>
            </a:lvl2pPr>
            <a:lvl3pPr marL="2077928" indent="0" algn="ctr">
              <a:buNone/>
              <a:defRPr>
                <a:solidFill>
                  <a:schemeClr val="tx1">
                    <a:tint val="75000"/>
                  </a:schemeClr>
                </a:solidFill>
              </a:defRPr>
            </a:lvl3pPr>
            <a:lvl4pPr marL="3116892" indent="0" algn="ctr">
              <a:buNone/>
              <a:defRPr>
                <a:solidFill>
                  <a:schemeClr val="tx1">
                    <a:tint val="75000"/>
                  </a:schemeClr>
                </a:solidFill>
              </a:defRPr>
            </a:lvl4pPr>
            <a:lvl5pPr marL="4155856" indent="0" algn="ctr">
              <a:buNone/>
              <a:defRPr>
                <a:solidFill>
                  <a:schemeClr val="tx1">
                    <a:tint val="75000"/>
                  </a:schemeClr>
                </a:solidFill>
              </a:defRPr>
            </a:lvl5pPr>
            <a:lvl6pPr marL="5194820" indent="0" algn="ctr">
              <a:buNone/>
              <a:defRPr>
                <a:solidFill>
                  <a:schemeClr val="tx1">
                    <a:tint val="75000"/>
                  </a:schemeClr>
                </a:solidFill>
              </a:defRPr>
            </a:lvl6pPr>
            <a:lvl7pPr marL="6233784" indent="0" algn="ctr">
              <a:buNone/>
              <a:defRPr>
                <a:solidFill>
                  <a:schemeClr val="tx1">
                    <a:tint val="75000"/>
                  </a:schemeClr>
                </a:solidFill>
              </a:defRPr>
            </a:lvl7pPr>
            <a:lvl8pPr marL="7272748" indent="0" algn="ctr">
              <a:buNone/>
              <a:defRPr>
                <a:solidFill>
                  <a:schemeClr val="tx1">
                    <a:tint val="75000"/>
                  </a:schemeClr>
                </a:solidFill>
              </a:defRPr>
            </a:lvl8pPr>
            <a:lvl9pPr marL="831171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24F5460F-96E0-41BC-BFD5-E159634B3175}" type="datetimeFigureOut">
              <a:rPr lang="en-US"/>
              <a:pPr>
                <a:defRPr/>
              </a:pPr>
              <a:t>2/17/2025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4BB3AD0-5DBC-48D5-BDCD-360487953A45}"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641E83C-3328-47B5-8F6E-AC2DD1A4855E}" type="datetimeFigureOut">
              <a:rPr lang="en-US"/>
              <a:pPr>
                <a:defRPr/>
              </a:pPr>
              <a:t>2/17/2025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E179CA9-CAEE-4BB7-8EFC-60BB3D80FEA2}"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90162" y="9695182"/>
            <a:ext cx="18186877" cy="2996565"/>
          </a:xfrm>
        </p:spPr>
        <p:txBody>
          <a:bodyPr anchor="t"/>
          <a:lstStyle>
            <a:lvl1pPr algn="l">
              <a:defRPr sz="9100" b="1" cap="all"/>
            </a:lvl1pPr>
          </a:lstStyle>
          <a:p>
            <a:r>
              <a:rPr lang="en-US"/>
              <a:t>Click to edit Master title style</a:t>
            </a:r>
          </a:p>
        </p:txBody>
      </p:sp>
      <p:sp>
        <p:nvSpPr>
          <p:cNvPr id="3" name="Text Placeholder 2"/>
          <p:cNvSpPr>
            <a:spLocks noGrp="1"/>
          </p:cNvSpPr>
          <p:nvPr>
            <p:ph type="body" idx="1"/>
          </p:nvPr>
        </p:nvSpPr>
        <p:spPr>
          <a:xfrm>
            <a:off x="1690162" y="6394771"/>
            <a:ext cx="18186877" cy="3300411"/>
          </a:xfrm>
        </p:spPr>
        <p:txBody>
          <a:bodyPr anchor="b"/>
          <a:lstStyle>
            <a:lvl1pPr marL="0" indent="0">
              <a:buNone/>
              <a:defRPr sz="4500">
                <a:solidFill>
                  <a:schemeClr val="tx1">
                    <a:tint val="75000"/>
                  </a:schemeClr>
                </a:solidFill>
              </a:defRPr>
            </a:lvl1pPr>
            <a:lvl2pPr marL="1038964" indent="0">
              <a:buNone/>
              <a:defRPr sz="4100">
                <a:solidFill>
                  <a:schemeClr val="tx1">
                    <a:tint val="75000"/>
                  </a:schemeClr>
                </a:solidFill>
              </a:defRPr>
            </a:lvl2pPr>
            <a:lvl3pPr marL="2077928" indent="0">
              <a:buNone/>
              <a:defRPr sz="3600">
                <a:solidFill>
                  <a:schemeClr val="tx1">
                    <a:tint val="75000"/>
                  </a:schemeClr>
                </a:solidFill>
              </a:defRPr>
            </a:lvl3pPr>
            <a:lvl4pPr marL="3116892" indent="0">
              <a:buNone/>
              <a:defRPr sz="3200">
                <a:solidFill>
                  <a:schemeClr val="tx1">
                    <a:tint val="75000"/>
                  </a:schemeClr>
                </a:solidFill>
              </a:defRPr>
            </a:lvl4pPr>
            <a:lvl5pPr marL="4155856" indent="0">
              <a:buNone/>
              <a:defRPr sz="3200">
                <a:solidFill>
                  <a:schemeClr val="tx1">
                    <a:tint val="75000"/>
                  </a:schemeClr>
                </a:solidFill>
              </a:defRPr>
            </a:lvl5pPr>
            <a:lvl6pPr marL="5194820" indent="0">
              <a:buNone/>
              <a:defRPr sz="3200">
                <a:solidFill>
                  <a:schemeClr val="tx1">
                    <a:tint val="75000"/>
                  </a:schemeClr>
                </a:solidFill>
              </a:defRPr>
            </a:lvl6pPr>
            <a:lvl7pPr marL="6233784" indent="0">
              <a:buNone/>
              <a:defRPr sz="3200">
                <a:solidFill>
                  <a:schemeClr val="tx1">
                    <a:tint val="75000"/>
                  </a:schemeClr>
                </a:solidFill>
              </a:defRPr>
            </a:lvl7pPr>
            <a:lvl8pPr marL="7272748" indent="0">
              <a:buNone/>
              <a:defRPr sz="3200">
                <a:solidFill>
                  <a:schemeClr val="tx1">
                    <a:tint val="75000"/>
                  </a:schemeClr>
                </a:solidFill>
              </a:defRPr>
            </a:lvl8pPr>
            <a:lvl9pPr marL="8311712" indent="0">
              <a:buNone/>
              <a:defRPr sz="3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A58BD1A3-08D1-4783-BE32-9483B8F2332C}" type="datetimeFigureOut">
              <a:rPr lang="en-US"/>
              <a:pPr>
                <a:defRPr/>
              </a:pPr>
              <a:t>2/17/2025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B4F12C6-BDBE-4921-B43C-0B64A03B68F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40053" y="10903587"/>
            <a:ext cx="31663589" cy="30842269"/>
          </a:xfrm>
        </p:spPr>
        <p:txBody>
          <a:bodyPr/>
          <a:lstStyle>
            <a:lvl1pPr>
              <a:defRPr sz="6400"/>
            </a:lvl1pPr>
            <a:lvl2pPr>
              <a:defRPr sz="5400"/>
            </a:lvl2pPr>
            <a:lvl3pPr>
              <a:defRPr sz="4500"/>
            </a:lvl3pPr>
            <a:lvl4pPr>
              <a:defRPr sz="4100"/>
            </a:lvl4pPr>
            <a:lvl5pPr>
              <a:defRPr sz="4100"/>
            </a:lvl5pPr>
            <a:lvl6pPr>
              <a:defRPr sz="4100"/>
            </a:lvl6pPr>
            <a:lvl7pPr>
              <a:defRPr sz="4100"/>
            </a:lvl7pPr>
            <a:lvl8pPr>
              <a:defRPr sz="4100"/>
            </a:lvl8pPr>
            <a:lvl9pPr>
              <a:defRPr sz="4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560250" y="10903587"/>
            <a:ext cx="31667303" cy="30842269"/>
          </a:xfrm>
        </p:spPr>
        <p:txBody>
          <a:bodyPr/>
          <a:lstStyle>
            <a:lvl1pPr>
              <a:defRPr sz="6400"/>
            </a:lvl1pPr>
            <a:lvl2pPr>
              <a:defRPr sz="5400"/>
            </a:lvl2pPr>
            <a:lvl3pPr>
              <a:defRPr sz="4500"/>
            </a:lvl3pPr>
            <a:lvl4pPr>
              <a:defRPr sz="4100"/>
            </a:lvl4pPr>
            <a:lvl5pPr>
              <a:defRPr sz="4100"/>
            </a:lvl5pPr>
            <a:lvl6pPr>
              <a:defRPr sz="4100"/>
            </a:lvl6pPr>
            <a:lvl7pPr>
              <a:defRPr sz="4100"/>
            </a:lvl7pPr>
            <a:lvl8pPr>
              <a:defRPr sz="4100"/>
            </a:lvl8pPr>
            <a:lvl9pPr>
              <a:defRPr sz="4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85FD71E-2DFD-4F23-A448-ACECB91B2C59}" type="datetimeFigureOut">
              <a:rPr lang="en-US"/>
              <a:pPr>
                <a:defRPr/>
              </a:pPr>
              <a:t>2/17/2025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5706F45-AC25-4817-AACF-54B8C6C580FA}"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817" y="604204"/>
            <a:ext cx="19256692" cy="2514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69816" y="3377249"/>
            <a:ext cx="9453760" cy="1407476"/>
          </a:xfrm>
        </p:spPr>
        <p:txBody>
          <a:bodyPr anchor="b"/>
          <a:lstStyle>
            <a:lvl1pPr marL="0" indent="0">
              <a:buNone/>
              <a:defRPr sz="5400" b="1"/>
            </a:lvl1pPr>
            <a:lvl2pPr marL="1038964" indent="0">
              <a:buNone/>
              <a:defRPr sz="4500" b="1"/>
            </a:lvl2pPr>
            <a:lvl3pPr marL="2077928" indent="0">
              <a:buNone/>
              <a:defRPr sz="4100" b="1"/>
            </a:lvl3pPr>
            <a:lvl4pPr marL="3116892" indent="0">
              <a:buNone/>
              <a:defRPr sz="3600" b="1"/>
            </a:lvl4pPr>
            <a:lvl5pPr marL="4155856" indent="0">
              <a:buNone/>
              <a:defRPr sz="3600" b="1"/>
            </a:lvl5pPr>
            <a:lvl6pPr marL="5194820" indent="0">
              <a:buNone/>
              <a:defRPr sz="3600" b="1"/>
            </a:lvl6pPr>
            <a:lvl7pPr marL="6233784" indent="0">
              <a:buNone/>
              <a:defRPr sz="3600" b="1"/>
            </a:lvl7pPr>
            <a:lvl8pPr marL="7272748" indent="0">
              <a:buNone/>
              <a:defRPr sz="3600" b="1"/>
            </a:lvl8pPr>
            <a:lvl9pPr marL="8311712" indent="0">
              <a:buNone/>
              <a:defRPr sz="3600" b="1"/>
            </a:lvl9pPr>
          </a:lstStyle>
          <a:p>
            <a:pPr lvl="0"/>
            <a:r>
              <a:rPr lang="en-US"/>
              <a:t>Click to edit Master text styles</a:t>
            </a:r>
          </a:p>
        </p:txBody>
      </p:sp>
      <p:sp>
        <p:nvSpPr>
          <p:cNvPr id="4" name="Content Placeholder 3"/>
          <p:cNvSpPr>
            <a:spLocks noGrp="1"/>
          </p:cNvSpPr>
          <p:nvPr>
            <p:ph sz="half" idx="2"/>
          </p:nvPr>
        </p:nvSpPr>
        <p:spPr>
          <a:xfrm>
            <a:off x="1069816" y="4784725"/>
            <a:ext cx="9453760" cy="8692834"/>
          </a:xfrm>
        </p:spPr>
        <p:txBody>
          <a:bodyPr/>
          <a:lstStyle>
            <a:lvl1pPr>
              <a:defRPr sz="5400"/>
            </a:lvl1pPr>
            <a:lvl2pPr>
              <a:defRPr sz="4500"/>
            </a:lvl2pPr>
            <a:lvl3pPr>
              <a:defRPr sz="41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869038" y="3377249"/>
            <a:ext cx="9457473" cy="1407476"/>
          </a:xfrm>
        </p:spPr>
        <p:txBody>
          <a:bodyPr anchor="b"/>
          <a:lstStyle>
            <a:lvl1pPr marL="0" indent="0">
              <a:buNone/>
              <a:defRPr sz="5400" b="1"/>
            </a:lvl1pPr>
            <a:lvl2pPr marL="1038964" indent="0">
              <a:buNone/>
              <a:defRPr sz="4500" b="1"/>
            </a:lvl2pPr>
            <a:lvl3pPr marL="2077928" indent="0">
              <a:buNone/>
              <a:defRPr sz="4100" b="1"/>
            </a:lvl3pPr>
            <a:lvl4pPr marL="3116892" indent="0">
              <a:buNone/>
              <a:defRPr sz="3600" b="1"/>
            </a:lvl4pPr>
            <a:lvl5pPr marL="4155856" indent="0">
              <a:buNone/>
              <a:defRPr sz="3600" b="1"/>
            </a:lvl5pPr>
            <a:lvl6pPr marL="5194820" indent="0">
              <a:buNone/>
              <a:defRPr sz="3600" b="1"/>
            </a:lvl6pPr>
            <a:lvl7pPr marL="6233784" indent="0">
              <a:buNone/>
              <a:defRPr sz="3600" b="1"/>
            </a:lvl7pPr>
            <a:lvl8pPr marL="7272748" indent="0">
              <a:buNone/>
              <a:defRPr sz="3600" b="1"/>
            </a:lvl8pPr>
            <a:lvl9pPr marL="8311712" indent="0">
              <a:buNone/>
              <a:defRPr sz="3600" b="1"/>
            </a:lvl9pPr>
          </a:lstStyle>
          <a:p>
            <a:pPr lvl="0"/>
            <a:r>
              <a:rPr lang="en-US"/>
              <a:t>Click to edit Master text styles</a:t>
            </a:r>
          </a:p>
        </p:txBody>
      </p:sp>
      <p:sp>
        <p:nvSpPr>
          <p:cNvPr id="6" name="Content Placeholder 5"/>
          <p:cNvSpPr>
            <a:spLocks noGrp="1"/>
          </p:cNvSpPr>
          <p:nvPr>
            <p:ph sz="quarter" idx="4"/>
          </p:nvPr>
        </p:nvSpPr>
        <p:spPr>
          <a:xfrm>
            <a:off x="10869038" y="4784725"/>
            <a:ext cx="9457473" cy="8692834"/>
          </a:xfrm>
        </p:spPr>
        <p:txBody>
          <a:bodyPr/>
          <a:lstStyle>
            <a:lvl1pPr>
              <a:defRPr sz="5400"/>
            </a:lvl1pPr>
            <a:lvl2pPr>
              <a:defRPr sz="4500"/>
            </a:lvl2pPr>
            <a:lvl3pPr>
              <a:defRPr sz="41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CA1FB7C-CAD3-4979-BB8E-DDCF03472B9C}" type="datetimeFigureOut">
              <a:rPr lang="en-US"/>
              <a:pPr>
                <a:defRPr/>
              </a:pPr>
              <a:t>2/17/2025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531507D2-9CBF-494B-8A56-EF5DC47183D3}"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86FA2579-1276-4A74-87A1-6D0FE2FF372C}" type="datetimeFigureOut">
              <a:rPr lang="en-US"/>
              <a:pPr>
                <a:defRPr/>
              </a:pPr>
              <a:t>2/17/2025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F546B4A-9340-49C8-807A-7783BD84082F}"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28E265A-1361-4AEA-8A14-E101C8394C8C}" type="datetimeFigureOut">
              <a:rPr lang="en-US"/>
              <a:pPr>
                <a:defRPr/>
              </a:pPr>
              <a:t>2/17/2025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7B84815A-3B0E-4997-A765-CDBFE7D75534}"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818" y="600711"/>
            <a:ext cx="7039244" cy="2556510"/>
          </a:xfrm>
        </p:spPr>
        <p:txBody>
          <a:bodyPr anchor="b"/>
          <a:lstStyle>
            <a:lvl1pPr algn="l">
              <a:defRPr sz="4500" b="1"/>
            </a:lvl1pPr>
          </a:lstStyle>
          <a:p>
            <a:r>
              <a:rPr lang="en-US"/>
              <a:t>Click to edit Master title style</a:t>
            </a:r>
          </a:p>
        </p:txBody>
      </p:sp>
      <p:sp>
        <p:nvSpPr>
          <p:cNvPr id="3" name="Content Placeholder 2"/>
          <p:cNvSpPr>
            <a:spLocks noGrp="1"/>
          </p:cNvSpPr>
          <p:nvPr>
            <p:ph idx="1"/>
          </p:nvPr>
        </p:nvSpPr>
        <p:spPr>
          <a:xfrm>
            <a:off x="8365369" y="600712"/>
            <a:ext cx="11961140" cy="12876848"/>
          </a:xfrm>
        </p:spPr>
        <p:txBody>
          <a:bodyPr/>
          <a:lstStyle>
            <a:lvl1pPr>
              <a:defRPr sz="7300"/>
            </a:lvl1pPr>
            <a:lvl2pPr>
              <a:defRPr sz="6400"/>
            </a:lvl2pPr>
            <a:lvl3pPr>
              <a:defRPr sz="5400"/>
            </a:lvl3pPr>
            <a:lvl4pPr>
              <a:defRPr sz="4500"/>
            </a:lvl4pPr>
            <a:lvl5pPr>
              <a:defRPr sz="4500"/>
            </a:lvl5pPr>
            <a:lvl6pPr>
              <a:defRPr sz="4500"/>
            </a:lvl6pPr>
            <a:lvl7pPr>
              <a:defRPr sz="4500"/>
            </a:lvl7pPr>
            <a:lvl8pPr>
              <a:defRPr sz="4500"/>
            </a:lvl8pPr>
            <a:lvl9pPr>
              <a:defRPr sz="4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69818" y="3157222"/>
            <a:ext cx="7039244" cy="10320338"/>
          </a:xfrm>
        </p:spPr>
        <p:txBody>
          <a:bodyPr/>
          <a:lstStyle>
            <a:lvl1pPr marL="0" indent="0">
              <a:buNone/>
              <a:defRPr sz="3200"/>
            </a:lvl1pPr>
            <a:lvl2pPr marL="1038964" indent="0">
              <a:buNone/>
              <a:defRPr sz="2800"/>
            </a:lvl2pPr>
            <a:lvl3pPr marL="2077928" indent="0">
              <a:buNone/>
              <a:defRPr sz="2300"/>
            </a:lvl3pPr>
            <a:lvl4pPr marL="3116892" indent="0">
              <a:buNone/>
              <a:defRPr sz="2000"/>
            </a:lvl4pPr>
            <a:lvl5pPr marL="4155856" indent="0">
              <a:buNone/>
              <a:defRPr sz="2000"/>
            </a:lvl5pPr>
            <a:lvl6pPr marL="5194820" indent="0">
              <a:buNone/>
              <a:defRPr sz="2000"/>
            </a:lvl6pPr>
            <a:lvl7pPr marL="6233784" indent="0">
              <a:buNone/>
              <a:defRPr sz="2000"/>
            </a:lvl7pPr>
            <a:lvl8pPr marL="7272748" indent="0">
              <a:buNone/>
              <a:defRPr sz="2000"/>
            </a:lvl8pPr>
            <a:lvl9pPr marL="8311712" indent="0">
              <a:buNone/>
              <a:defRPr sz="2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4F6368B-BFDC-4FD9-BB47-0294E095E7C7}" type="datetimeFigureOut">
              <a:rPr lang="en-US"/>
              <a:pPr>
                <a:defRPr/>
              </a:pPr>
              <a:t>2/17/2025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EA0EB0D-B40A-4476-A042-007224BD9F0A}"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3830" y="10561319"/>
            <a:ext cx="12837795" cy="1246824"/>
          </a:xfrm>
        </p:spPr>
        <p:txBody>
          <a:bodyPr anchor="b"/>
          <a:lstStyle>
            <a:lvl1pPr algn="l">
              <a:defRPr sz="4500" b="1"/>
            </a:lvl1pPr>
          </a:lstStyle>
          <a:p>
            <a:r>
              <a:rPr lang="en-US"/>
              <a:t>Click to edit Master title style</a:t>
            </a:r>
          </a:p>
        </p:txBody>
      </p:sp>
      <p:sp>
        <p:nvSpPr>
          <p:cNvPr id="3" name="Picture Placeholder 2"/>
          <p:cNvSpPr>
            <a:spLocks noGrp="1"/>
          </p:cNvSpPr>
          <p:nvPr>
            <p:ph type="pic" idx="1"/>
          </p:nvPr>
        </p:nvSpPr>
        <p:spPr>
          <a:xfrm>
            <a:off x="4193830" y="1348106"/>
            <a:ext cx="12837795" cy="9052560"/>
          </a:xfrm>
        </p:spPr>
        <p:txBody>
          <a:bodyPr rtlCol="0">
            <a:normAutofit/>
          </a:bodyPr>
          <a:lstStyle>
            <a:lvl1pPr marL="0" indent="0">
              <a:buNone/>
              <a:defRPr sz="7300"/>
            </a:lvl1pPr>
            <a:lvl2pPr marL="1038964" indent="0">
              <a:buNone/>
              <a:defRPr sz="6400"/>
            </a:lvl2pPr>
            <a:lvl3pPr marL="2077928" indent="0">
              <a:buNone/>
              <a:defRPr sz="5400"/>
            </a:lvl3pPr>
            <a:lvl4pPr marL="3116892" indent="0">
              <a:buNone/>
              <a:defRPr sz="4500"/>
            </a:lvl4pPr>
            <a:lvl5pPr marL="4155856" indent="0">
              <a:buNone/>
              <a:defRPr sz="4500"/>
            </a:lvl5pPr>
            <a:lvl6pPr marL="5194820" indent="0">
              <a:buNone/>
              <a:defRPr sz="4500"/>
            </a:lvl6pPr>
            <a:lvl7pPr marL="6233784" indent="0">
              <a:buNone/>
              <a:defRPr sz="4500"/>
            </a:lvl7pPr>
            <a:lvl8pPr marL="7272748" indent="0">
              <a:buNone/>
              <a:defRPr sz="4500"/>
            </a:lvl8pPr>
            <a:lvl9pPr marL="8311712" indent="0">
              <a:buNone/>
              <a:defRPr sz="4500"/>
            </a:lvl9pPr>
          </a:lstStyle>
          <a:p>
            <a:pPr lvl="0"/>
            <a:endParaRPr lang="en-US" noProof="0" dirty="0"/>
          </a:p>
        </p:txBody>
      </p:sp>
      <p:sp>
        <p:nvSpPr>
          <p:cNvPr id="4" name="Text Placeholder 3"/>
          <p:cNvSpPr>
            <a:spLocks noGrp="1"/>
          </p:cNvSpPr>
          <p:nvPr>
            <p:ph type="body" sz="half" idx="2"/>
          </p:nvPr>
        </p:nvSpPr>
        <p:spPr>
          <a:xfrm>
            <a:off x="4193830" y="11808145"/>
            <a:ext cx="12837795" cy="1770696"/>
          </a:xfrm>
        </p:spPr>
        <p:txBody>
          <a:bodyPr/>
          <a:lstStyle>
            <a:lvl1pPr marL="0" indent="0">
              <a:buNone/>
              <a:defRPr sz="3200"/>
            </a:lvl1pPr>
            <a:lvl2pPr marL="1038964" indent="0">
              <a:buNone/>
              <a:defRPr sz="2800"/>
            </a:lvl2pPr>
            <a:lvl3pPr marL="2077928" indent="0">
              <a:buNone/>
              <a:defRPr sz="2300"/>
            </a:lvl3pPr>
            <a:lvl4pPr marL="3116892" indent="0">
              <a:buNone/>
              <a:defRPr sz="2000"/>
            </a:lvl4pPr>
            <a:lvl5pPr marL="4155856" indent="0">
              <a:buNone/>
              <a:defRPr sz="2000"/>
            </a:lvl5pPr>
            <a:lvl6pPr marL="5194820" indent="0">
              <a:buNone/>
              <a:defRPr sz="2000"/>
            </a:lvl6pPr>
            <a:lvl7pPr marL="6233784" indent="0">
              <a:buNone/>
              <a:defRPr sz="2000"/>
            </a:lvl7pPr>
            <a:lvl8pPr marL="7272748" indent="0">
              <a:buNone/>
              <a:defRPr sz="2000"/>
            </a:lvl8pPr>
            <a:lvl9pPr marL="8311712" indent="0">
              <a:buNone/>
              <a:defRPr sz="2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4B24F50-1CD8-4B77-BE20-CFD245A62816}" type="datetimeFigureOut">
              <a:rPr lang="en-US"/>
              <a:pPr>
                <a:defRPr/>
              </a:pPr>
              <a:t>2/17/2025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DD18976-4C8D-4EDB-A1D9-42BB65F6CA2F}"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F35837-7092-45D4-8203-1DECF2FA5DEF}" type="datetimeFigureOut">
              <a:rPr lang="en-US"/>
              <a:pPr>
                <a:defRPr/>
              </a:pPr>
              <a:t>2/17/2025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64D52EC-F445-4909-BEE7-D61A89EDE60E}"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306607" y="1871980"/>
            <a:ext cx="15920946" cy="398738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40052" y="1871980"/>
            <a:ext cx="47409946" cy="39873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F62A16A-F627-46B0-B05E-C9F55505C59C}" type="datetimeFigureOut">
              <a:rPr lang="en-US"/>
              <a:pPr>
                <a:defRPr/>
              </a:pPr>
              <a:t>2/17/2025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A913833-D753-453C-8296-ABA66C37EEE1}"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69737" y="603441"/>
            <a:ext cx="19256851" cy="2515128"/>
          </a:xfrm>
          <a:prstGeom prst="rect">
            <a:avLst/>
          </a:prstGeom>
          <a:noFill/>
          <a:ln w="9525">
            <a:noFill/>
            <a:miter lim="800000"/>
            <a:headEnd/>
            <a:tailEnd/>
          </a:ln>
        </p:spPr>
        <p:txBody>
          <a:bodyPr vert="horz" wrap="square" lIns="207793" tIns="103897" rIns="207793" bIns="103897"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069737" y="3520863"/>
            <a:ext cx="19256851" cy="9955979"/>
          </a:xfrm>
          <a:prstGeom prst="rect">
            <a:avLst/>
          </a:prstGeom>
          <a:noFill/>
          <a:ln w="9525">
            <a:noFill/>
            <a:miter lim="800000"/>
            <a:headEnd/>
            <a:tailEnd/>
          </a:ln>
        </p:spPr>
        <p:txBody>
          <a:bodyPr vert="horz" wrap="square" lIns="207793" tIns="103897" rIns="207793" bIns="103897"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9737" y="13983668"/>
            <a:ext cx="4992103" cy="803003"/>
          </a:xfrm>
          <a:prstGeom prst="rect">
            <a:avLst/>
          </a:prstGeom>
        </p:spPr>
        <p:txBody>
          <a:bodyPr vert="horz" lIns="207793" tIns="103897" rIns="207793" bIns="103897" rtlCol="0" anchor="ctr"/>
          <a:lstStyle>
            <a:lvl1pPr algn="l" defTabSz="2077928" fontAlgn="auto">
              <a:spcBef>
                <a:spcPts val="0"/>
              </a:spcBef>
              <a:spcAft>
                <a:spcPts val="0"/>
              </a:spcAft>
              <a:defRPr sz="2800">
                <a:solidFill>
                  <a:schemeClr val="tx1">
                    <a:tint val="75000"/>
                  </a:schemeClr>
                </a:solidFill>
                <a:latin typeface="+mn-lt"/>
              </a:defRPr>
            </a:lvl1pPr>
          </a:lstStyle>
          <a:p>
            <a:pPr>
              <a:defRPr/>
            </a:pPr>
            <a:fld id="{C3649540-97AF-4BB8-BF1D-44EE7EB337A9}" type="datetimeFigureOut">
              <a:rPr lang="en-US"/>
              <a:pPr>
                <a:defRPr/>
              </a:pPr>
              <a:t>2/17/2025</a:t>
            </a:fld>
            <a:endParaRPr lang="en-US" dirty="0"/>
          </a:p>
        </p:txBody>
      </p:sp>
      <p:sp>
        <p:nvSpPr>
          <p:cNvPr id="5" name="Footer Placeholder 4"/>
          <p:cNvSpPr>
            <a:spLocks noGrp="1"/>
          </p:cNvSpPr>
          <p:nvPr>
            <p:ph type="ftr" sz="quarter" idx="3"/>
          </p:nvPr>
        </p:nvSpPr>
        <p:spPr>
          <a:xfrm>
            <a:off x="7310664" y="13983668"/>
            <a:ext cx="6774997" cy="803003"/>
          </a:xfrm>
          <a:prstGeom prst="rect">
            <a:avLst/>
          </a:prstGeom>
        </p:spPr>
        <p:txBody>
          <a:bodyPr vert="horz" lIns="207793" tIns="103897" rIns="207793" bIns="103897" rtlCol="0" anchor="ctr"/>
          <a:lstStyle>
            <a:lvl1pPr algn="ctr" defTabSz="2077928" fontAlgn="auto">
              <a:spcBef>
                <a:spcPts val="0"/>
              </a:spcBef>
              <a:spcAft>
                <a:spcPts val="0"/>
              </a:spcAft>
              <a:defRPr sz="28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15334486" y="13983668"/>
            <a:ext cx="4992103" cy="803003"/>
          </a:xfrm>
          <a:prstGeom prst="rect">
            <a:avLst/>
          </a:prstGeom>
        </p:spPr>
        <p:txBody>
          <a:bodyPr vert="horz" lIns="207793" tIns="103897" rIns="207793" bIns="103897" rtlCol="0" anchor="ctr"/>
          <a:lstStyle>
            <a:lvl1pPr algn="r" defTabSz="2077928" fontAlgn="auto">
              <a:spcBef>
                <a:spcPts val="0"/>
              </a:spcBef>
              <a:spcAft>
                <a:spcPts val="0"/>
              </a:spcAft>
              <a:defRPr sz="2800">
                <a:solidFill>
                  <a:schemeClr val="tx1">
                    <a:tint val="75000"/>
                  </a:schemeClr>
                </a:solidFill>
                <a:latin typeface="+mn-lt"/>
              </a:defRPr>
            </a:lvl1pPr>
          </a:lstStyle>
          <a:p>
            <a:pPr>
              <a:defRPr/>
            </a:pPr>
            <a:fld id="{C8D161DD-CB27-4D32-93F1-1D522049FD1D}"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076450" rtl="0" eaLnBrk="0" fontAlgn="base" hangingPunct="0">
        <a:spcBef>
          <a:spcPct val="0"/>
        </a:spcBef>
        <a:spcAft>
          <a:spcPct val="0"/>
        </a:spcAft>
        <a:defRPr sz="10000" kern="1200">
          <a:solidFill>
            <a:schemeClr val="tx1"/>
          </a:solidFill>
          <a:latin typeface="+mj-lt"/>
          <a:ea typeface="+mj-ea"/>
          <a:cs typeface="+mj-cs"/>
        </a:defRPr>
      </a:lvl1pPr>
      <a:lvl2pPr algn="ctr" defTabSz="2076450" rtl="0" eaLnBrk="0" fontAlgn="base" hangingPunct="0">
        <a:spcBef>
          <a:spcPct val="0"/>
        </a:spcBef>
        <a:spcAft>
          <a:spcPct val="0"/>
        </a:spcAft>
        <a:defRPr sz="10000">
          <a:solidFill>
            <a:schemeClr val="tx1"/>
          </a:solidFill>
          <a:latin typeface="Calibri" pitchFamily="34" charset="0"/>
        </a:defRPr>
      </a:lvl2pPr>
      <a:lvl3pPr algn="ctr" defTabSz="2076450" rtl="0" eaLnBrk="0" fontAlgn="base" hangingPunct="0">
        <a:spcBef>
          <a:spcPct val="0"/>
        </a:spcBef>
        <a:spcAft>
          <a:spcPct val="0"/>
        </a:spcAft>
        <a:defRPr sz="10000">
          <a:solidFill>
            <a:schemeClr val="tx1"/>
          </a:solidFill>
          <a:latin typeface="Calibri" pitchFamily="34" charset="0"/>
        </a:defRPr>
      </a:lvl3pPr>
      <a:lvl4pPr algn="ctr" defTabSz="2076450" rtl="0" eaLnBrk="0" fontAlgn="base" hangingPunct="0">
        <a:spcBef>
          <a:spcPct val="0"/>
        </a:spcBef>
        <a:spcAft>
          <a:spcPct val="0"/>
        </a:spcAft>
        <a:defRPr sz="10000">
          <a:solidFill>
            <a:schemeClr val="tx1"/>
          </a:solidFill>
          <a:latin typeface="Calibri" pitchFamily="34" charset="0"/>
        </a:defRPr>
      </a:lvl4pPr>
      <a:lvl5pPr algn="ctr" defTabSz="2076450" rtl="0" eaLnBrk="0" fontAlgn="base" hangingPunct="0">
        <a:spcBef>
          <a:spcPct val="0"/>
        </a:spcBef>
        <a:spcAft>
          <a:spcPct val="0"/>
        </a:spcAft>
        <a:defRPr sz="10000">
          <a:solidFill>
            <a:schemeClr val="tx1"/>
          </a:solidFill>
          <a:latin typeface="Calibri" pitchFamily="34" charset="0"/>
        </a:defRPr>
      </a:lvl5pPr>
      <a:lvl6pPr marL="457200" algn="ctr" defTabSz="2076450" rtl="0" fontAlgn="base">
        <a:spcBef>
          <a:spcPct val="0"/>
        </a:spcBef>
        <a:spcAft>
          <a:spcPct val="0"/>
        </a:spcAft>
        <a:defRPr sz="10000">
          <a:solidFill>
            <a:schemeClr val="tx1"/>
          </a:solidFill>
          <a:latin typeface="Calibri" pitchFamily="34" charset="0"/>
        </a:defRPr>
      </a:lvl6pPr>
      <a:lvl7pPr marL="914400" algn="ctr" defTabSz="2076450" rtl="0" fontAlgn="base">
        <a:spcBef>
          <a:spcPct val="0"/>
        </a:spcBef>
        <a:spcAft>
          <a:spcPct val="0"/>
        </a:spcAft>
        <a:defRPr sz="10000">
          <a:solidFill>
            <a:schemeClr val="tx1"/>
          </a:solidFill>
          <a:latin typeface="Calibri" pitchFamily="34" charset="0"/>
        </a:defRPr>
      </a:lvl7pPr>
      <a:lvl8pPr marL="1371600" algn="ctr" defTabSz="2076450" rtl="0" fontAlgn="base">
        <a:spcBef>
          <a:spcPct val="0"/>
        </a:spcBef>
        <a:spcAft>
          <a:spcPct val="0"/>
        </a:spcAft>
        <a:defRPr sz="10000">
          <a:solidFill>
            <a:schemeClr val="tx1"/>
          </a:solidFill>
          <a:latin typeface="Calibri" pitchFamily="34" charset="0"/>
        </a:defRPr>
      </a:lvl8pPr>
      <a:lvl9pPr marL="1828800" algn="ctr" defTabSz="2076450" rtl="0" fontAlgn="base">
        <a:spcBef>
          <a:spcPct val="0"/>
        </a:spcBef>
        <a:spcAft>
          <a:spcPct val="0"/>
        </a:spcAft>
        <a:defRPr sz="10000">
          <a:solidFill>
            <a:schemeClr val="tx1"/>
          </a:solidFill>
          <a:latin typeface="Calibri" pitchFamily="34" charset="0"/>
        </a:defRPr>
      </a:lvl9pPr>
    </p:titleStyle>
    <p:bodyStyle>
      <a:lvl1pPr marL="777875" indent="-777875" algn="l" defTabSz="2076450" rtl="0" eaLnBrk="0" fontAlgn="base" hangingPunct="0">
        <a:spcBef>
          <a:spcPct val="20000"/>
        </a:spcBef>
        <a:spcAft>
          <a:spcPct val="0"/>
        </a:spcAft>
        <a:buFont typeface="Arial" charset="0"/>
        <a:buChar char="•"/>
        <a:defRPr sz="7300" kern="1200">
          <a:solidFill>
            <a:schemeClr val="tx1"/>
          </a:solidFill>
          <a:latin typeface="+mn-lt"/>
          <a:ea typeface="+mn-ea"/>
          <a:cs typeface="+mn-cs"/>
        </a:defRPr>
      </a:lvl1pPr>
      <a:lvl2pPr marL="1687513" indent="-649288" algn="l" defTabSz="2076450" rtl="0" eaLnBrk="0" fontAlgn="base" hangingPunct="0">
        <a:spcBef>
          <a:spcPct val="20000"/>
        </a:spcBef>
        <a:spcAft>
          <a:spcPct val="0"/>
        </a:spcAft>
        <a:buFont typeface="Arial" charset="0"/>
        <a:buChar char="–"/>
        <a:defRPr sz="6400" kern="1200">
          <a:solidFill>
            <a:schemeClr val="tx1"/>
          </a:solidFill>
          <a:latin typeface="+mn-lt"/>
          <a:ea typeface="+mn-ea"/>
          <a:cs typeface="+mn-cs"/>
        </a:defRPr>
      </a:lvl2pPr>
      <a:lvl3pPr marL="2597150" indent="-519113" algn="l" defTabSz="2076450" rtl="0" eaLnBrk="0" fontAlgn="base" hangingPunct="0">
        <a:spcBef>
          <a:spcPct val="20000"/>
        </a:spcBef>
        <a:spcAft>
          <a:spcPct val="0"/>
        </a:spcAft>
        <a:buFont typeface="Arial" charset="0"/>
        <a:buChar char="•"/>
        <a:defRPr sz="5400" kern="1200">
          <a:solidFill>
            <a:schemeClr val="tx1"/>
          </a:solidFill>
          <a:latin typeface="+mn-lt"/>
          <a:ea typeface="+mn-ea"/>
          <a:cs typeface="+mn-cs"/>
        </a:defRPr>
      </a:lvl3pPr>
      <a:lvl4pPr marL="3635375" indent="-519113" algn="l" defTabSz="2076450" rtl="0" eaLnBrk="0" fontAlgn="base" hangingPunct="0">
        <a:spcBef>
          <a:spcPct val="20000"/>
        </a:spcBef>
        <a:spcAft>
          <a:spcPct val="0"/>
        </a:spcAft>
        <a:buFont typeface="Arial" charset="0"/>
        <a:buChar char="–"/>
        <a:defRPr sz="4500" kern="1200">
          <a:solidFill>
            <a:schemeClr val="tx1"/>
          </a:solidFill>
          <a:latin typeface="+mn-lt"/>
          <a:ea typeface="+mn-ea"/>
          <a:cs typeface="+mn-cs"/>
        </a:defRPr>
      </a:lvl4pPr>
      <a:lvl5pPr marL="4675188" indent="-519113" algn="l" defTabSz="2076450" rtl="0" eaLnBrk="0" fontAlgn="base" hangingPunct="0">
        <a:spcBef>
          <a:spcPct val="20000"/>
        </a:spcBef>
        <a:spcAft>
          <a:spcPct val="0"/>
        </a:spcAft>
        <a:buFont typeface="Arial" charset="0"/>
        <a:buChar char="»"/>
        <a:defRPr sz="4500" kern="1200">
          <a:solidFill>
            <a:schemeClr val="tx1"/>
          </a:solidFill>
          <a:latin typeface="+mn-lt"/>
          <a:ea typeface="+mn-ea"/>
          <a:cs typeface="+mn-cs"/>
        </a:defRPr>
      </a:lvl5pPr>
      <a:lvl6pPr marL="5714302" indent="-519482" algn="l" defTabSz="2077928" rtl="0" eaLnBrk="1" latinLnBrk="0" hangingPunct="1">
        <a:spcBef>
          <a:spcPct val="20000"/>
        </a:spcBef>
        <a:buFont typeface="Arial" pitchFamily="34" charset="0"/>
        <a:buChar char="•"/>
        <a:defRPr sz="4500" kern="1200">
          <a:solidFill>
            <a:schemeClr val="tx1"/>
          </a:solidFill>
          <a:latin typeface="+mn-lt"/>
          <a:ea typeface="+mn-ea"/>
          <a:cs typeface="+mn-cs"/>
        </a:defRPr>
      </a:lvl6pPr>
      <a:lvl7pPr marL="6753266" indent="-519482" algn="l" defTabSz="2077928" rtl="0" eaLnBrk="1" latinLnBrk="0" hangingPunct="1">
        <a:spcBef>
          <a:spcPct val="20000"/>
        </a:spcBef>
        <a:buFont typeface="Arial" pitchFamily="34" charset="0"/>
        <a:buChar char="•"/>
        <a:defRPr sz="4500" kern="1200">
          <a:solidFill>
            <a:schemeClr val="tx1"/>
          </a:solidFill>
          <a:latin typeface="+mn-lt"/>
          <a:ea typeface="+mn-ea"/>
          <a:cs typeface="+mn-cs"/>
        </a:defRPr>
      </a:lvl7pPr>
      <a:lvl8pPr marL="7792230" indent="-519482" algn="l" defTabSz="2077928" rtl="0" eaLnBrk="1" latinLnBrk="0" hangingPunct="1">
        <a:spcBef>
          <a:spcPct val="20000"/>
        </a:spcBef>
        <a:buFont typeface="Arial" pitchFamily="34" charset="0"/>
        <a:buChar char="•"/>
        <a:defRPr sz="4500" kern="1200">
          <a:solidFill>
            <a:schemeClr val="tx1"/>
          </a:solidFill>
          <a:latin typeface="+mn-lt"/>
          <a:ea typeface="+mn-ea"/>
          <a:cs typeface="+mn-cs"/>
        </a:defRPr>
      </a:lvl8pPr>
      <a:lvl9pPr marL="8831194" indent="-519482" algn="l" defTabSz="2077928" rtl="0" eaLnBrk="1" latinLnBrk="0" hangingPunct="1">
        <a:spcBef>
          <a:spcPct val="20000"/>
        </a:spcBef>
        <a:buFont typeface="Arial" pitchFamily="34" charset="0"/>
        <a:buChar char="•"/>
        <a:defRPr sz="4500" kern="1200">
          <a:solidFill>
            <a:schemeClr val="tx1"/>
          </a:solidFill>
          <a:latin typeface="+mn-lt"/>
          <a:ea typeface="+mn-ea"/>
          <a:cs typeface="+mn-cs"/>
        </a:defRPr>
      </a:lvl9pPr>
    </p:bodyStyle>
    <p:otherStyle>
      <a:defPPr>
        <a:defRPr lang="en-US"/>
      </a:defPPr>
      <a:lvl1pPr marL="0" algn="l" defTabSz="2077928" rtl="0" eaLnBrk="1" latinLnBrk="0" hangingPunct="1">
        <a:defRPr sz="4100" kern="1200">
          <a:solidFill>
            <a:schemeClr val="tx1"/>
          </a:solidFill>
          <a:latin typeface="+mn-lt"/>
          <a:ea typeface="+mn-ea"/>
          <a:cs typeface="+mn-cs"/>
        </a:defRPr>
      </a:lvl1pPr>
      <a:lvl2pPr marL="1038964" algn="l" defTabSz="2077928" rtl="0" eaLnBrk="1" latinLnBrk="0" hangingPunct="1">
        <a:defRPr sz="4100" kern="1200">
          <a:solidFill>
            <a:schemeClr val="tx1"/>
          </a:solidFill>
          <a:latin typeface="+mn-lt"/>
          <a:ea typeface="+mn-ea"/>
          <a:cs typeface="+mn-cs"/>
        </a:defRPr>
      </a:lvl2pPr>
      <a:lvl3pPr marL="2077928" algn="l" defTabSz="2077928" rtl="0" eaLnBrk="1" latinLnBrk="0" hangingPunct="1">
        <a:defRPr sz="4100" kern="1200">
          <a:solidFill>
            <a:schemeClr val="tx1"/>
          </a:solidFill>
          <a:latin typeface="+mn-lt"/>
          <a:ea typeface="+mn-ea"/>
          <a:cs typeface="+mn-cs"/>
        </a:defRPr>
      </a:lvl3pPr>
      <a:lvl4pPr marL="3116892" algn="l" defTabSz="2077928" rtl="0" eaLnBrk="1" latinLnBrk="0" hangingPunct="1">
        <a:defRPr sz="4100" kern="1200">
          <a:solidFill>
            <a:schemeClr val="tx1"/>
          </a:solidFill>
          <a:latin typeface="+mn-lt"/>
          <a:ea typeface="+mn-ea"/>
          <a:cs typeface="+mn-cs"/>
        </a:defRPr>
      </a:lvl4pPr>
      <a:lvl5pPr marL="4155856" algn="l" defTabSz="2077928" rtl="0" eaLnBrk="1" latinLnBrk="0" hangingPunct="1">
        <a:defRPr sz="4100" kern="1200">
          <a:solidFill>
            <a:schemeClr val="tx1"/>
          </a:solidFill>
          <a:latin typeface="+mn-lt"/>
          <a:ea typeface="+mn-ea"/>
          <a:cs typeface="+mn-cs"/>
        </a:defRPr>
      </a:lvl5pPr>
      <a:lvl6pPr marL="5194820" algn="l" defTabSz="2077928" rtl="0" eaLnBrk="1" latinLnBrk="0" hangingPunct="1">
        <a:defRPr sz="4100" kern="1200">
          <a:solidFill>
            <a:schemeClr val="tx1"/>
          </a:solidFill>
          <a:latin typeface="+mn-lt"/>
          <a:ea typeface="+mn-ea"/>
          <a:cs typeface="+mn-cs"/>
        </a:defRPr>
      </a:lvl6pPr>
      <a:lvl7pPr marL="6233784" algn="l" defTabSz="2077928" rtl="0" eaLnBrk="1" latinLnBrk="0" hangingPunct="1">
        <a:defRPr sz="4100" kern="1200">
          <a:solidFill>
            <a:schemeClr val="tx1"/>
          </a:solidFill>
          <a:latin typeface="+mn-lt"/>
          <a:ea typeface="+mn-ea"/>
          <a:cs typeface="+mn-cs"/>
        </a:defRPr>
      </a:lvl7pPr>
      <a:lvl8pPr marL="7272748" algn="l" defTabSz="2077928" rtl="0" eaLnBrk="1" latinLnBrk="0" hangingPunct="1">
        <a:defRPr sz="4100" kern="1200">
          <a:solidFill>
            <a:schemeClr val="tx1"/>
          </a:solidFill>
          <a:latin typeface="+mn-lt"/>
          <a:ea typeface="+mn-ea"/>
          <a:cs typeface="+mn-cs"/>
        </a:defRPr>
      </a:lvl8pPr>
      <a:lvl9pPr marL="8311712" algn="l" defTabSz="2077928" rtl="0" eaLnBrk="1" latinLnBrk="0" hangingPunct="1">
        <a:defRPr sz="4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294989"/>
            <a:ext cx="21396325" cy="3623815"/>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64584" tIns="32292" rIns="64584" bIns="32292" anchor="ctr"/>
          <a:lstStyle/>
          <a:p>
            <a:pPr algn="ctr" defTabSz="2077928" fontAlgn="auto">
              <a:spcBef>
                <a:spcPts val="0"/>
              </a:spcBef>
              <a:spcAft>
                <a:spcPts val="0"/>
              </a:spcAft>
              <a:defRPr/>
            </a:pPr>
            <a:endParaRPr lang="en-GB" sz="7100" dirty="0">
              <a:latin typeface="Bookman Old Style" pitchFamily="18" charset="0"/>
            </a:endParaRPr>
          </a:p>
          <a:p>
            <a:pPr algn="ctr" defTabSz="2077928" fontAlgn="auto">
              <a:spcBef>
                <a:spcPts val="0"/>
              </a:spcBef>
              <a:spcAft>
                <a:spcPts val="0"/>
              </a:spcAft>
              <a:defRPr/>
            </a:pPr>
            <a:endParaRPr lang="en-GB" sz="7100" b="1" dirty="0">
              <a:solidFill>
                <a:schemeClr val="bg1"/>
              </a:solidFill>
              <a:latin typeface="Bookman Old Style" pitchFamily="18" charset="0"/>
            </a:endParaRPr>
          </a:p>
          <a:p>
            <a:pPr marL="0" marR="0" lvl="0" indent="0" algn="ctr" defTabSz="2077928" rtl="0" eaLnBrk="1" fontAlgn="auto" latinLnBrk="0" hangingPunct="1">
              <a:lnSpc>
                <a:spcPct val="100000"/>
              </a:lnSpc>
              <a:spcBef>
                <a:spcPts val="0"/>
              </a:spcBef>
              <a:spcAft>
                <a:spcPts val="0"/>
              </a:spcAft>
              <a:buClrTx/>
              <a:buSzTx/>
              <a:buFontTx/>
              <a:buNone/>
              <a:tabLst/>
              <a:defRPr/>
            </a:pPr>
            <a:r>
              <a:rPr lang="en-GB" sz="4800" b="1" dirty="0">
                <a:solidFill>
                  <a:schemeClr val="bg1"/>
                </a:solidFill>
                <a:latin typeface="Bookman Old Style" pitchFamily="18" charset="0"/>
              </a:rPr>
              <a:t>                            </a:t>
            </a:r>
            <a:r>
              <a:rPr lang="en-GB" sz="4800" b="1" dirty="0">
                <a:solidFill>
                  <a:srgbClr val="C00000"/>
                </a:solidFill>
                <a:latin typeface="Bookman Old Style" pitchFamily="18" charset="0"/>
              </a:rPr>
              <a:t>Product Recommendation system</a:t>
            </a:r>
          </a:p>
          <a:p>
            <a:pPr marL="0" marR="0" lvl="0" indent="0" algn="r" defTabSz="2077928" rtl="0" eaLnBrk="1" fontAlgn="auto" latinLnBrk="0" hangingPunct="1">
              <a:lnSpc>
                <a:spcPct val="100000"/>
              </a:lnSpc>
              <a:spcBef>
                <a:spcPts val="0"/>
              </a:spcBef>
              <a:spcAft>
                <a:spcPts val="0"/>
              </a:spcAft>
              <a:buClrTx/>
              <a:buSzTx/>
              <a:buFontTx/>
              <a:buNone/>
              <a:tabLst/>
              <a:defRPr/>
            </a:pPr>
            <a:r>
              <a:rPr lang="en-GB" sz="3600" dirty="0">
                <a:solidFill>
                  <a:srgbClr val="C00000"/>
                </a:solidFill>
                <a:latin typeface="Bookman Old Style" pitchFamily="18" charset="0"/>
              </a:rPr>
              <a:t>N</a:t>
            </a:r>
            <a:r>
              <a:rPr kumimoji="0" lang="en-GB" sz="3600" b="0" i="0" u="none" strike="noStrike" kern="1200" cap="none" spc="0" normalizeH="0" baseline="0" noProof="0" dirty="0" err="1">
                <a:ln>
                  <a:noFill/>
                </a:ln>
                <a:solidFill>
                  <a:srgbClr val="C00000"/>
                </a:solidFill>
                <a:effectLst/>
                <a:uLnTx/>
                <a:uFillTx/>
                <a:latin typeface="Bookman Old Style" pitchFamily="18" charset="0"/>
                <a:ea typeface="+mn-ea"/>
                <a:cs typeface="+mn-cs"/>
              </a:rPr>
              <a:t>ames</a:t>
            </a:r>
            <a:r>
              <a:rPr kumimoji="0" lang="en-GB" sz="3600" b="0" i="0" u="none" strike="noStrike" kern="1200" cap="none" spc="0" normalizeH="0" baseline="0" noProof="0" dirty="0">
                <a:ln>
                  <a:noFill/>
                </a:ln>
                <a:solidFill>
                  <a:srgbClr val="C00000"/>
                </a:solidFill>
                <a:effectLst/>
                <a:uLnTx/>
                <a:uFillTx/>
                <a:latin typeface="Bookman Old Style" pitchFamily="18" charset="0"/>
                <a:ea typeface="+mn-ea"/>
                <a:cs typeface="+mn-cs"/>
              </a:rPr>
              <a:t> of students</a:t>
            </a:r>
            <a:r>
              <a:rPr lang="en-GB" sz="3600" dirty="0">
                <a:solidFill>
                  <a:srgbClr val="C00000"/>
                </a:solidFill>
                <a:latin typeface="Bookman Old Style" pitchFamily="18" charset="0"/>
              </a:rPr>
              <a:t>:</a:t>
            </a:r>
            <a:r>
              <a:rPr lang="en-GB" sz="3600" dirty="0" err="1">
                <a:solidFill>
                  <a:srgbClr val="C00000"/>
                </a:solidFill>
                <a:latin typeface="Bookman Old Style" pitchFamily="18" charset="0"/>
              </a:rPr>
              <a:t>Nandesh</a:t>
            </a:r>
            <a:r>
              <a:rPr lang="en-GB" sz="3600" dirty="0">
                <a:solidFill>
                  <a:srgbClr val="C00000"/>
                </a:solidFill>
                <a:latin typeface="Bookman Old Style" pitchFamily="18" charset="0"/>
              </a:rPr>
              <a:t>, </a:t>
            </a:r>
            <a:r>
              <a:rPr lang="en-GB" sz="3600" dirty="0" err="1">
                <a:solidFill>
                  <a:srgbClr val="C00000"/>
                </a:solidFill>
                <a:latin typeface="Bookman Old Style" pitchFamily="18" charset="0"/>
              </a:rPr>
              <a:t>Priyanshu,Priyanka,Jamuna</a:t>
            </a:r>
            <a:endParaRPr kumimoji="0" lang="en-GB" sz="3600" b="0" i="0" u="none" strike="noStrike" kern="1200" cap="none" spc="0" normalizeH="0" baseline="0" noProof="0" dirty="0">
              <a:ln>
                <a:noFill/>
              </a:ln>
              <a:solidFill>
                <a:srgbClr val="C00000"/>
              </a:solidFill>
              <a:effectLst/>
              <a:uLnTx/>
              <a:uFillTx/>
              <a:latin typeface="Bookman Old Style" pitchFamily="18" charset="0"/>
              <a:ea typeface="+mn-ea"/>
              <a:cs typeface="+mn-cs"/>
            </a:endParaRPr>
          </a:p>
          <a:p>
            <a:pPr marL="0" marR="0" lvl="0" indent="0" algn="ctr" defTabSz="2077928"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rgbClr val="C00000"/>
                </a:solidFill>
                <a:effectLst/>
                <a:uLnTx/>
                <a:uFillTx/>
                <a:latin typeface="Bookman Old Style" pitchFamily="18" charset="0"/>
                <a:ea typeface="+mn-ea"/>
                <a:cs typeface="+mn-cs"/>
              </a:rPr>
              <a:t>                           		Under guidance of : </a:t>
            </a:r>
            <a:r>
              <a:rPr kumimoji="0" lang="en-GB" sz="3600" b="0" i="0" u="none" strike="noStrike" kern="1200" cap="none" spc="0" normalizeH="0" baseline="0" noProof="0" dirty="0" err="1">
                <a:ln>
                  <a:noFill/>
                </a:ln>
                <a:solidFill>
                  <a:srgbClr val="C00000"/>
                </a:solidFill>
                <a:effectLst/>
                <a:uLnTx/>
                <a:uFillTx/>
                <a:latin typeface="Bookman Old Style" pitchFamily="18" charset="0"/>
                <a:ea typeface="+mn-ea"/>
                <a:cs typeface="+mn-cs"/>
              </a:rPr>
              <a:t>Dattaprasad</a:t>
            </a:r>
            <a:r>
              <a:rPr kumimoji="0" lang="en-GB" sz="3600" b="0" i="0" u="none" strike="noStrike" kern="1200" cap="none" spc="0" normalizeH="0" baseline="0" noProof="0" dirty="0">
                <a:ln>
                  <a:noFill/>
                </a:ln>
                <a:solidFill>
                  <a:srgbClr val="C00000"/>
                </a:solidFill>
                <a:effectLst/>
                <a:uLnTx/>
                <a:uFillTx/>
                <a:latin typeface="Bookman Old Style" pitchFamily="18" charset="0"/>
                <a:ea typeface="+mn-ea"/>
                <a:cs typeface="+mn-cs"/>
              </a:rPr>
              <a:t> </a:t>
            </a:r>
            <a:r>
              <a:rPr kumimoji="0" lang="en-GB" sz="3600" b="0" i="0" u="none" strike="noStrike" kern="1200" cap="none" spc="0" normalizeH="0" baseline="0" noProof="0" dirty="0" err="1">
                <a:ln>
                  <a:noFill/>
                </a:ln>
                <a:solidFill>
                  <a:srgbClr val="C00000"/>
                </a:solidFill>
                <a:effectLst/>
                <a:uLnTx/>
                <a:uFillTx/>
                <a:latin typeface="Bookman Old Style" pitchFamily="18" charset="0"/>
                <a:ea typeface="+mn-ea"/>
                <a:cs typeface="+mn-cs"/>
              </a:rPr>
              <a:t>A.Torse</a:t>
            </a:r>
            <a:endParaRPr kumimoji="0" lang="en-GB" sz="3600" b="0" i="0" u="none" strike="noStrike" kern="1200" cap="none" spc="0" normalizeH="0" baseline="0" noProof="0" dirty="0">
              <a:ln>
                <a:noFill/>
              </a:ln>
              <a:solidFill>
                <a:srgbClr val="C00000"/>
              </a:solidFill>
              <a:effectLst/>
              <a:uLnTx/>
              <a:uFillTx/>
              <a:latin typeface="Bookman Old Style" pitchFamily="18" charset="0"/>
              <a:ea typeface="+mn-ea"/>
              <a:cs typeface="+mn-cs"/>
            </a:endParaRPr>
          </a:p>
          <a:p>
            <a:pPr marL="0" marR="0" lvl="0" indent="0" algn="ctr" defTabSz="2077928"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srgbClr val="C00000"/>
                </a:solidFill>
                <a:effectLst/>
                <a:uLnTx/>
                <a:uFillTx/>
                <a:latin typeface="Bookman Old Style" pitchFamily="18" charset="0"/>
                <a:ea typeface="+mn-ea"/>
                <a:cs typeface="+mn-cs"/>
              </a:rPr>
              <a:t>                                           	        Department of Electronics and Communication Engineering</a:t>
            </a:r>
          </a:p>
          <a:p>
            <a:pPr algn="ctr" defTabSz="2077928" fontAlgn="auto">
              <a:spcBef>
                <a:spcPts val="0"/>
              </a:spcBef>
              <a:spcAft>
                <a:spcPts val="0"/>
              </a:spcAft>
              <a:defRPr/>
            </a:pPr>
            <a:endParaRPr lang="en-GB" sz="3200" dirty="0">
              <a:solidFill>
                <a:schemeClr val="tx1"/>
              </a:solidFill>
              <a:latin typeface="Bookman Old Style" pitchFamily="18" charset="0"/>
            </a:endParaRPr>
          </a:p>
          <a:p>
            <a:pPr algn="ctr" defTabSz="2077928" fontAlgn="auto">
              <a:spcBef>
                <a:spcPts val="0"/>
              </a:spcBef>
              <a:spcAft>
                <a:spcPts val="0"/>
              </a:spcAft>
              <a:defRPr/>
            </a:pPr>
            <a:endParaRPr lang="en-GB" sz="3600" dirty="0">
              <a:latin typeface="Bookman Old Style" pitchFamily="18" charset="0"/>
            </a:endParaRPr>
          </a:p>
          <a:p>
            <a:pPr algn="ctr" defTabSz="2077928" fontAlgn="auto">
              <a:spcBef>
                <a:spcPts val="0"/>
              </a:spcBef>
              <a:spcAft>
                <a:spcPts val="0"/>
              </a:spcAft>
              <a:defRPr/>
            </a:pPr>
            <a:endParaRPr lang="en-US" sz="7100" dirty="0">
              <a:latin typeface="Bookman Old Style" pitchFamily="18" charset="0"/>
            </a:endParaRPr>
          </a:p>
        </p:txBody>
      </p:sp>
      <p:sp>
        <p:nvSpPr>
          <p:cNvPr id="2060" name="Text Box 25"/>
          <p:cNvSpPr txBox="1">
            <a:spLocks noChangeArrowheads="1"/>
          </p:cNvSpPr>
          <p:nvPr/>
        </p:nvSpPr>
        <p:spPr bwMode="auto">
          <a:xfrm>
            <a:off x="242272" y="4476273"/>
            <a:ext cx="6858000" cy="747730"/>
          </a:xfrm>
          <a:prstGeom prst="rect">
            <a:avLst/>
          </a:prstGeom>
          <a:solidFill>
            <a:schemeClr val="accent3">
              <a:lumMod val="40000"/>
              <a:lumOff val="60000"/>
            </a:schemeClr>
          </a:solidFill>
          <a:ln w="9525">
            <a:noFill/>
            <a:prstDash val="sysDot"/>
            <a:miter lim="800000"/>
            <a:headEnd/>
            <a:tailEnd/>
          </a:ln>
        </p:spPr>
        <p:txBody>
          <a:bodyPr wrap="none" lIns="161460" tIns="161460" rIns="161460" bIns="161460" anchor="t" anchorCtr="1"/>
          <a:lstStyle/>
          <a:p>
            <a:r>
              <a:rPr lang="en-US" sz="3600" b="1" dirty="0">
                <a:solidFill>
                  <a:srgbClr val="C00000"/>
                </a:solidFill>
                <a:latin typeface="Bookman Old Style" pitchFamily="18" charset="0"/>
                <a:cs typeface="Arial" pitchFamily="34" charset="0"/>
              </a:rPr>
              <a:t>Objectives</a:t>
            </a:r>
            <a:endParaRPr lang="en-US" sz="3400" dirty="0">
              <a:solidFill>
                <a:srgbClr val="C00000"/>
              </a:solidFill>
              <a:latin typeface="Bookman Old Style" pitchFamily="18" charset="0"/>
            </a:endParaRPr>
          </a:p>
        </p:txBody>
      </p:sp>
      <p:sp>
        <p:nvSpPr>
          <p:cNvPr id="2062" name="Text Box 25"/>
          <p:cNvSpPr txBox="1">
            <a:spLocks noChangeArrowheads="1"/>
          </p:cNvSpPr>
          <p:nvPr/>
        </p:nvSpPr>
        <p:spPr bwMode="auto">
          <a:xfrm>
            <a:off x="15066555" y="2483450"/>
            <a:ext cx="6019801" cy="533400"/>
          </a:xfrm>
          <a:prstGeom prst="rect">
            <a:avLst/>
          </a:prstGeom>
          <a:solidFill>
            <a:schemeClr val="accent3">
              <a:lumMod val="40000"/>
              <a:lumOff val="60000"/>
            </a:schemeClr>
          </a:solidFill>
          <a:ln w="9525">
            <a:noFill/>
            <a:prstDash val="sysDot"/>
            <a:miter lim="800000"/>
            <a:headEnd/>
            <a:tailEnd/>
          </a:ln>
        </p:spPr>
        <p:txBody>
          <a:bodyPr wrap="none" lIns="161460" tIns="161460" rIns="161460" bIns="161460" anchor="ctr" anchorCtr="1"/>
          <a:lstStyle/>
          <a:p>
            <a:pPr algn="ctr" defTabSz="3098800"/>
            <a:r>
              <a:rPr lang="en-GB" sz="3400" dirty="0">
                <a:latin typeface="Bookman Old Style" pitchFamily="18" charset="0"/>
              </a:rPr>
              <a:t>      </a:t>
            </a:r>
            <a:r>
              <a:rPr lang="en-GB" sz="3600" b="1" dirty="0">
                <a:solidFill>
                  <a:srgbClr val="C00000"/>
                </a:solidFill>
                <a:latin typeface="Bookman Old Style" pitchFamily="18" charset="0"/>
                <a:cs typeface="Arial" pitchFamily="34" charset="0"/>
              </a:rPr>
              <a:t>Results</a:t>
            </a:r>
            <a:endParaRPr lang="en-US" sz="3600" b="1" dirty="0">
              <a:solidFill>
                <a:srgbClr val="C00000"/>
              </a:solidFill>
              <a:latin typeface="Bookman Old Style" pitchFamily="18" charset="0"/>
              <a:cs typeface="Arial" pitchFamily="34" charset="0"/>
            </a:endParaRPr>
          </a:p>
        </p:txBody>
      </p:sp>
      <p:sp>
        <p:nvSpPr>
          <p:cNvPr id="137" name="Content Placeholder 2"/>
          <p:cNvSpPr txBox="1">
            <a:spLocks/>
          </p:cNvSpPr>
          <p:nvPr/>
        </p:nvSpPr>
        <p:spPr bwMode="auto">
          <a:xfrm>
            <a:off x="2697106" y="3186082"/>
            <a:ext cx="6786610" cy="4457785"/>
          </a:xfrm>
          <a:prstGeom prst="rect">
            <a:avLst/>
          </a:prstGeom>
          <a:noFill/>
          <a:ln w="9525">
            <a:noFill/>
            <a:miter lim="800000"/>
            <a:headEnd/>
            <a:tailEnd/>
          </a:ln>
        </p:spPr>
        <p:txBody>
          <a:bodyPr vert="horz" wrap="square" lIns="207793" tIns="103897" rIns="207793" bIns="103897" numCol="1" anchor="t" anchorCtr="0" compatLnSpc="1">
            <a:prstTxWarp prst="textNoShape">
              <a:avLst/>
            </a:prstTxWarp>
          </a:bodyPr>
          <a:lstStyle/>
          <a:p>
            <a:pPr marL="0" marR="0" lvl="0" indent="0" algn="ctr" defTabSz="2076450" rtl="0" eaLnBrk="0" fontAlgn="base" latinLnBrk="0" hangingPunct="0">
              <a:lnSpc>
                <a:spcPct val="100000"/>
              </a:lnSpc>
              <a:spcBef>
                <a:spcPct val="20000"/>
              </a:spcBef>
              <a:spcAft>
                <a:spcPct val="0"/>
              </a:spcAft>
              <a:buClrTx/>
              <a:buSzTx/>
              <a:buFont typeface="Arial" charset="0"/>
              <a:buNone/>
              <a:tabLst/>
              <a:defRPr/>
            </a:pPr>
            <a:r>
              <a:rPr kumimoji="0" lang="en-US" sz="7300" b="0" i="0" u="none" strike="noStrike" kern="1200" cap="none" spc="0" normalizeH="0" baseline="0" noProof="0" dirty="0">
                <a:ln>
                  <a:noFill/>
                </a:ln>
                <a:solidFill>
                  <a:schemeClr val="tx1">
                    <a:tint val="75000"/>
                  </a:schemeClr>
                </a:solidFill>
                <a:effectLst/>
                <a:uLnTx/>
                <a:uFillTx/>
                <a:latin typeface="Bookman Old Style" pitchFamily="18" charset="0"/>
              </a:rPr>
              <a:t>			</a:t>
            </a:r>
          </a:p>
          <a:p>
            <a:pPr marL="0" marR="0" lvl="0" indent="0" algn="ctr" defTabSz="2076450" rtl="0" eaLnBrk="0" fontAlgn="base" latinLnBrk="0" hangingPunct="0">
              <a:lnSpc>
                <a:spcPct val="100000"/>
              </a:lnSpc>
              <a:spcBef>
                <a:spcPct val="20000"/>
              </a:spcBef>
              <a:spcAft>
                <a:spcPct val="0"/>
              </a:spcAft>
              <a:buClrTx/>
              <a:buSzTx/>
              <a:buFont typeface="Arial" charset="0"/>
              <a:buNone/>
              <a:tabLst/>
              <a:defRPr/>
            </a:pPr>
            <a:r>
              <a:rPr kumimoji="0" lang="en-US" sz="7300" b="0" i="0" u="none" strike="noStrike" kern="1200" cap="none" spc="0" normalizeH="0" baseline="0" noProof="0" dirty="0">
                <a:ln>
                  <a:noFill/>
                </a:ln>
                <a:solidFill>
                  <a:schemeClr val="tx1">
                    <a:tint val="75000"/>
                  </a:schemeClr>
                </a:solidFill>
                <a:effectLst/>
                <a:uLnTx/>
                <a:uFillTx/>
                <a:latin typeface="Bookman Old Style" pitchFamily="18" charset="0"/>
              </a:rPr>
              <a:t>		</a:t>
            </a:r>
          </a:p>
          <a:p>
            <a:pPr marL="0" marR="0" lvl="0" indent="0" algn="ctr" defTabSz="2076450" rtl="0" eaLnBrk="0" fontAlgn="base" latinLnBrk="0" hangingPunct="0">
              <a:lnSpc>
                <a:spcPct val="100000"/>
              </a:lnSpc>
              <a:spcBef>
                <a:spcPct val="20000"/>
              </a:spcBef>
              <a:spcAft>
                <a:spcPct val="0"/>
              </a:spcAft>
              <a:buClrTx/>
              <a:buSzTx/>
              <a:buFont typeface="Arial" charset="0"/>
              <a:buNone/>
              <a:tabLst/>
              <a:defRPr/>
            </a:pPr>
            <a:endParaRPr lang="en-US" sz="7300" dirty="0">
              <a:solidFill>
                <a:schemeClr val="tx1">
                  <a:tint val="75000"/>
                </a:schemeClr>
              </a:solidFill>
              <a:latin typeface="Bookman Old Style" pitchFamily="18" charset="0"/>
            </a:endParaRPr>
          </a:p>
          <a:p>
            <a:pPr marL="0" marR="0" lvl="0" indent="0" defTabSz="2076450" rtl="0" eaLnBrk="0" fontAlgn="base" latinLnBrk="0" hangingPunct="0">
              <a:lnSpc>
                <a:spcPct val="100000"/>
              </a:lnSpc>
              <a:spcBef>
                <a:spcPct val="20000"/>
              </a:spcBef>
              <a:spcAft>
                <a:spcPct val="0"/>
              </a:spcAft>
              <a:buClrTx/>
              <a:buSzTx/>
              <a:buFont typeface="Arial" charset="0"/>
              <a:buNone/>
              <a:tabLst/>
              <a:defRPr/>
            </a:pPr>
            <a:endParaRPr lang="en-US" sz="7300" dirty="0">
              <a:solidFill>
                <a:schemeClr val="tx1">
                  <a:tint val="75000"/>
                </a:schemeClr>
              </a:solidFill>
              <a:latin typeface="Bookman Old Style" pitchFamily="18" charset="0"/>
            </a:endParaRPr>
          </a:p>
          <a:p>
            <a:pPr marL="0" marR="0" lvl="0" indent="0" algn="ctr" defTabSz="2076450" rtl="0" eaLnBrk="0" fontAlgn="base" latinLnBrk="0" hangingPunct="0">
              <a:lnSpc>
                <a:spcPct val="100000"/>
              </a:lnSpc>
              <a:spcBef>
                <a:spcPct val="20000"/>
              </a:spcBef>
              <a:spcAft>
                <a:spcPct val="0"/>
              </a:spcAft>
              <a:buClrTx/>
              <a:buSzTx/>
              <a:buFont typeface="Arial" charset="0"/>
              <a:buNone/>
              <a:tabLst/>
              <a:defRPr/>
            </a:pPr>
            <a:endParaRPr kumimoji="0" lang="en-US" sz="7300" b="0" i="0" u="none" strike="noStrike" kern="1200" cap="none" spc="0" normalizeH="0" baseline="0" noProof="0" dirty="0">
              <a:ln>
                <a:noFill/>
              </a:ln>
              <a:solidFill>
                <a:schemeClr val="tx1">
                  <a:tint val="75000"/>
                </a:schemeClr>
              </a:solidFill>
              <a:effectLst/>
              <a:uLnTx/>
              <a:uFillTx/>
              <a:latin typeface="Bookman Old Style" pitchFamily="18" charset="0"/>
            </a:endParaRPr>
          </a:p>
        </p:txBody>
      </p:sp>
      <p:sp>
        <p:nvSpPr>
          <p:cNvPr id="250" name="Rectangle 249"/>
          <p:cNvSpPr/>
          <p:nvPr/>
        </p:nvSpPr>
        <p:spPr>
          <a:xfrm>
            <a:off x="355016" y="10955716"/>
            <a:ext cx="6781800" cy="646331"/>
          </a:xfrm>
          <a:prstGeom prst="rect">
            <a:avLst/>
          </a:prstGeom>
          <a:solidFill>
            <a:schemeClr val="accent3">
              <a:lumMod val="40000"/>
              <a:lumOff val="60000"/>
            </a:schemeClr>
          </a:solidFill>
        </p:spPr>
        <p:txBody>
          <a:bodyPr wrap="square">
            <a:spAutoFit/>
          </a:bodyPr>
          <a:lstStyle/>
          <a:p>
            <a:pPr algn="ctr" defTabSz="2077928" fontAlgn="auto">
              <a:spcBef>
                <a:spcPts val="0"/>
              </a:spcBef>
              <a:spcAft>
                <a:spcPts val="0"/>
              </a:spcAft>
              <a:defRPr/>
            </a:pPr>
            <a:r>
              <a:rPr lang="en-GB" sz="3600" b="1" dirty="0">
                <a:solidFill>
                  <a:srgbClr val="C00000"/>
                </a:solidFill>
                <a:latin typeface="Bookman Old Style" pitchFamily="18" charset="0"/>
                <a:cs typeface="Arial" pitchFamily="34" charset="0"/>
              </a:rPr>
              <a:t>Literature survey</a:t>
            </a:r>
            <a:endParaRPr lang="en-US" sz="3600" b="1" dirty="0">
              <a:solidFill>
                <a:srgbClr val="C00000"/>
              </a:solidFill>
              <a:latin typeface="Bookman Old Style" pitchFamily="18" charset="0"/>
              <a:cs typeface="Arial" pitchFamily="34" charset="0"/>
            </a:endParaRPr>
          </a:p>
        </p:txBody>
      </p:sp>
      <p:sp>
        <p:nvSpPr>
          <p:cNvPr id="94" name="Rectangle 93"/>
          <p:cNvSpPr/>
          <p:nvPr/>
        </p:nvSpPr>
        <p:spPr>
          <a:xfrm>
            <a:off x="334962" y="8334182"/>
            <a:ext cx="6858000" cy="886397"/>
          </a:xfrm>
          <a:prstGeom prst="rect">
            <a:avLst/>
          </a:prstGeom>
          <a:solidFill>
            <a:schemeClr val="accent3">
              <a:lumMod val="40000"/>
              <a:lumOff val="60000"/>
            </a:schemeClr>
          </a:solidFill>
        </p:spPr>
        <p:txBody>
          <a:bodyPr wrap="square" lIns="164592" tIns="164592" rIns="164592" bIns="164592">
            <a:spAutoFit/>
          </a:bodyPr>
          <a:lstStyle/>
          <a:p>
            <a:pPr algn="ctr"/>
            <a:r>
              <a:rPr lang="en-GB" sz="3600" b="1" dirty="0">
                <a:solidFill>
                  <a:srgbClr val="C00000"/>
                </a:solidFill>
                <a:latin typeface="Bookman Old Style" pitchFamily="18" charset="0"/>
                <a:cs typeface="Arial" pitchFamily="34" charset="0"/>
              </a:rPr>
              <a:t>Contributions</a:t>
            </a:r>
            <a:endParaRPr lang="en-US" sz="3600" b="1" dirty="0">
              <a:solidFill>
                <a:srgbClr val="C00000"/>
              </a:solidFill>
              <a:latin typeface="Bookman Old Style" pitchFamily="18" charset="0"/>
              <a:cs typeface="Arial" pitchFamily="34" charset="0"/>
            </a:endParaRPr>
          </a:p>
        </p:txBody>
      </p:sp>
      <p:sp>
        <p:nvSpPr>
          <p:cNvPr id="210" name="Rectangle 209"/>
          <p:cNvSpPr/>
          <p:nvPr/>
        </p:nvSpPr>
        <p:spPr>
          <a:xfrm>
            <a:off x="7422147" y="3233162"/>
            <a:ext cx="6858000" cy="9972000"/>
          </a:xfrm>
          <a:prstGeom prst="rect">
            <a:avLst/>
          </a:prstGeom>
          <a:solidFill>
            <a:schemeClr val="accent3">
              <a:lumMod val="40000"/>
              <a:lumOff val="60000"/>
            </a:schemeClr>
          </a:solidFill>
        </p:spPr>
        <p:txBody>
          <a:bodyPr wrap="square">
            <a:spAutoFit/>
          </a:bodyPr>
          <a:lstStyle/>
          <a:p>
            <a:pPr algn="ctr"/>
            <a:r>
              <a:rPr lang="en-GB" sz="3600" b="1" dirty="0">
                <a:solidFill>
                  <a:srgbClr val="C00000"/>
                </a:solidFill>
                <a:latin typeface="Bookman Old Style" pitchFamily="18" charset="0"/>
                <a:cs typeface="Arial" pitchFamily="34" charset="0"/>
              </a:rPr>
              <a:t>Methodology</a:t>
            </a:r>
          </a:p>
          <a:p>
            <a:pPr algn="ctr"/>
            <a:endParaRPr lang="en-GB" sz="3600" b="1" dirty="0">
              <a:latin typeface="Bookman Old Style" pitchFamily="18" charset="0"/>
              <a:cs typeface="Arial" pitchFamily="34" charset="0"/>
            </a:endParaRPr>
          </a:p>
          <a:p>
            <a:pPr algn="ctr"/>
            <a:endParaRPr lang="en-GB" sz="3600" b="1" dirty="0">
              <a:latin typeface="Bookman Old Style" pitchFamily="18" charset="0"/>
              <a:cs typeface="Arial" pitchFamily="34" charset="0"/>
            </a:endParaRPr>
          </a:p>
          <a:p>
            <a:pPr algn="ctr"/>
            <a:endParaRPr lang="en-GB" sz="3600" b="1" dirty="0">
              <a:latin typeface="Bookman Old Style" pitchFamily="18" charset="0"/>
              <a:cs typeface="Arial" pitchFamily="34" charset="0"/>
            </a:endParaRPr>
          </a:p>
          <a:p>
            <a:pPr algn="ctr"/>
            <a:endParaRPr lang="en-GB" sz="3600" b="1" dirty="0">
              <a:latin typeface="Bookman Old Style" pitchFamily="18" charset="0"/>
              <a:cs typeface="Arial" pitchFamily="34" charset="0"/>
            </a:endParaRPr>
          </a:p>
          <a:p>
            <a:pPr algn="ctr"/>
            <a:endParaRPr lang="en-GB" sz="3600" b="1" dirty="0">
              <a:latin typeface="Bookman Old Style" pitchFamily="18" charset="0"/>
              <a:cs typeface="Arial" pitchFamily="34" charset="0"/>
            </a:endParaRPr>
          </a:p>
          <a:p>
            <a:pPr algn="ctr"/>
            <a:endParaRPr lang="en-GB" sz="3600" b="1" dirty="0">
              <a:latin typeface="Bookman Old Style" pitchFamily="18" charset="0"/>
              <a:cs typeface="Arial" pitchFamily="34" charset="0"/>
            </a:endParaRPr>
          </a:p>
          <a:p>
            <a:pPr algn="ctr"/>
            <a:endParaRPr lang="en-GB" sz="3600" b="1" dirty="0">
              <a:latin typeface="Bookman Old Style" pitchFamily="18" charset="0"/>
              <a:cs typeface="Arial" pitchFamily="34" charset="0"/>
            </a:endParaRPr>
          </a:p>
          <a:p>
            <a:pPr algn="ctr"/>
            <a:endParaRPr lang="en-GB" sz="3600" b="1" dirty="0">
              <a:latin typeface="Bookman Old Style" pitchFamily="18" charset="0"/>
              <a:cs typeface="Arial" pitchFamily="34" charset="0"/>
            </a:endParaRPr>
          </a:p>
          <a:p>
            <a:pPr algn="ctr"/>
            <a:endParaRPr lang="en-GB" sz="3600" b="1" dirty="0">
              <a:latin typeface="Bookman Old Style" pitchFamily="18" charset="0"/>
              <a:cs typeface="Arial" pitchFamily="34" charset="0"/>
            </a:endParaRPr>
          </a:p>
          <a:p>
            <a:pPr algn="ctr"/>
            <a:endParaRPr lang="en-GB" sz="3600" b="1" dirty="0">
              <a:latin typeface="Bookman Old Style" pitchFamily="18" charset="0"/>
              <a:cs typeface="Arial" pitchFamily="34" charset="0"/>
            </a:endParaRPr>
          </a:p>
          <a:p>
            <a:pPr algn="ctr"/>
            <a:endParaRPr lang="en-GB" sz="3600" b="1" dirty="0">
              <a:latin typeface="Bookman Old Style" pitchFamily="18" charset="0"/>
              <a:cs typeface="Arial" pitchFamily="34" charset="0"/>
            </a:endParaRPr>
          </a:p>
          <a:p>
            <a:pPr algn="ctr"/>
            <a:endParaRPr lang="en-US" sz="3600" b="1" dirty="0">
              <a:latin typeface="Bookman Old Style" pitchFamily="18" charset="0"/>
              <a:cs typeface="Arial" pitchFamily="34" charset="0"/>
            </a:endParaRPr>
          </a:p>
        </p:txBody>
      </p:sp>
      <p:sp>
        <p:nvSpPr>
          <p:cNvPr id="55" name="Rectangle 54"/>
          <p:cNvSpPr/>
          <p:nvPr/>
        </p:nvSpPr>
        <p:spPr>
          <a:xfrm>
            <a:off x="368252" y="2474751"/>
            <a:ext cx="6786610" cy="646331"/>
          </a:xfrm>
          <a:prstGeom prst="rect">
            <a:avLst/>
          </a:prstGeom>
          <a:solidFill>
            <a:schemeClr val="accent3">
              <a:lumMod val="40000"/>
              <a:lumOff val="60000"/>
            </a:schemeClr>
          </a:solidFill>
        </p:spPr>
        <p:txBody>
          <a:bodyPr wrap="square">
            <a:spAutoFit/>
          </a:bodyPr>
          <a:lstStyle/>
          <a:p>
            <a:pPr algn="ctr"/>
            <a:r>
              <a:rPr lang="en-US" sz="2800" dirty="0">
                <a:latin typeface="Bookman Old Style" pitchFamily="18" charset="0"/>
              </a:rPr>
              <a:t> </a:t>
            </a:r>
            <a:r>
              <a:rPr lang="en-US" sz="3600" b="1" dirty="0">
                <a:solidFill>
                  <a:srgbClr val="C00000"/>
                </a:solidFill>
                <a:latin typeface="Bookman Old Style" pitchFamily="18" charset="0"/>
              </a:rPr>
              <a:t>Problem statement</a:t>
            </a:r>
            <a:endParaRPr lang="en-GB" sz="2600" b="1" dirty="0">
              <a:solidFill>
                <a:srgbClr val="C00000"/>
              </a:solidFill>
              <a:latin typeface="Bookman Old Style" pitchFamily="18" charset="0"/>
              <a:cs typeface="Arial" pitchFamily="34" charset="0"/>
            </a:endParaRPr>
          </a:p>
        </p:txBody>
      </p:sp>
      <p:sp>
        <p:nvSpPr>
          <p:cNvPr id="44" name="Rectangle 43"/>
          <p:cNvSpPr/>
          <p:nvPr/>
        </p:nvSpPr>
        <p:spPr>
          <a:xfrm>
            <a:off x="15066555" y="7376412"/>
            <a:ext cx="5998146" cy="646331"/>
          </a:xfrm>
          <a:prstGeom prst="rect">
            <a:avLst/>
          </a:prstGeom>
          <a:solidFill>
            <a:schemeClr val="accent3">
              <a:lumMod val="40000"/>
              <a:lumOff val="60000"/>
            </a:schemeClr>
          </a:solidFill>
        </p:spPr>
        <p:txBody>
          <a:bodyPr wrap="square">
            <a:spAutoFit/>
          </a:bodyPr>
          <a:lstStyle/>
          <a:p>
            <a:pPr algn="ctr"/>
            <a:r>
              <a:rPr lang="en-GB" sz="3600" b="1" dirty="0">
                <a:solidFill>
                  <a:srgbClr val="C00000"/>
                </a:solidFill>
                <a:latin typeface="Bookman Old Style" pitchFamily="18" charset="0"/>
                <a:cs typeface="Arial" pitchFamily="34" charset="0"/>
              </a:rPr>
              <a:t>Optimization details</a:t>
            </a:r>
            <a:endParaRPr lang="en-US" sz="3600" dirty="0">
              <a:solidFill>
                <a:srgbClr val="C00000"/>
              </a:solidFill>
              <a:latin typeface="Bookman Old Style" pitchFamily="18" charset="0"/>
            </a:endParaRPr>
          </a:p>
        </p:txBody>
      </p:sp>
      <p:sp>
        <p:nvSpPr>
          <p:cNvPr id="32" name="Rectangle 31"/>
          <p:cNvSpPr/>
          <p:nvPr/>
        </p:nvSpPr>
        <p:spPr>
          <a:xfrm>
            <a:off x="15028707" y="10338348"/>
            <a:ext cx="5857916" cy="646331"/>
          </a:xfrm>
          <a:prstGeom prst="rect">
            <a:avLst/>
          </a:prstGeom>
          <a:solidFill>
            <a:schemeClr val="accent3">
              <a:lumMod val="40000"/>
              <a:lumOff val="60000"/>
            </a:schemeClr>
          </a:solidFill>
        </p:spPr>
        <p:txBody>
          <a:bodyPr wrap="square">
            <a:spAutoFit/>
          </a:bodyPr>
          <a:lstStyle/>
          <a:p>
            <a:pPr algn="ctr"/>
            <a:r>
              <a:rPr lang="en-GB" sz="3600" b="1" dirty="0">
                <a:solidFill>
                  <a:srgbClr val="C00000"/>
                </a:solidFill>
                <a:latin typeface="Bookman Old Style" pitchFamily="18" charset="0"/>
                <a:cs typeface="Arial" pitchFamily="34" charset="0"/>
              </a:rPr>
              <a:t>Conclusions</a:t>
            </a:r>
            <a:endParaRPr lang="en-US" sz="3600" dirty="0">
              <a:solidFill>
                <a:srgbClr val="C00000"/>
              </a:solidFill>
              <a:latin typeface="Bookman Old Style" pitchFamily="18" charset="0"/>
            </a:endParaRPr>
          </a:p>
        </p:txBody>
      </p:sp>
      <p:sp>
        <p:nvSpPr>
          <p:cNvPr id="33" name="Rectangle 32"/>
          <p:cNvSpPr/>
          <p:nvPr/>
        </p:nvSpPr>
        <p:spPr>
          <a:xfrm>
            <a:off x="0" y="15087600"/>
            <a:ext cx="21396325" cy="838200"/>
          </a:xfrm>
          <a:prstGeom prst="rect">
            <a:avLst/>
          </a:prstGeom>
          <a:solidFill>
            <a:schemeClr val="accent3">
              <a:lumMod val="60000"/>
              <a:lumOff val="40000"/>
            </a:schemeClr>
          </a:solidFill>
          <a:ln>
            <a:solidFill>
              <a:schemeClr val="accent5">
                <a:lumMod val="20000"/>
                <a:lumOff val="8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800" b="1" dirty="0">
                <a:solidFill>
                  <a:srgbClr val="C00000"/>
                </a:solidFill>
                <a:latin typeface="Bookman Old Style" pitchFamily="18" charset="0"/>
              </a:rPr>
              <a:t>Mini Project-2024-25</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924" y="-690100"/>
            <a:ext cx="7785838" cy="2474535"/>
          </a:xfrm>
          <a:prstGeom prst="rect">
            <a:avLst/>
          </a:prstGeom>
        </p:spPr>
      </p:pic>
      <p:sp>
        <p:nvSpPr>
          <p:cNvPr id="3" name="TextBox 2">
            <a:extLst>
              <a:ext uri="{FF2B5EF4-FFF2-40B4-BE49-F238E27FC236}">
                <a16:creationId xmlns:a16="http://schemas.microsoft.com/office/drawing/2014/main" id="{5CF9EC95-3B66-8DCC-0C14-F46EA7898AC6}"/>
              </a:ext>
            </a:extLst>
          </p:cNvPr>
          <p:cNvSpPr txBox="1"/>
          <p:nvPr/>
        </p:nvSpPr>
        <p:spPr>
          <a:xfrm>
            <a:off x="14980044" y="11102609"/>
            <a:ext cx="5692824" cy="347787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recommendation system effectively combines machine learning algorithms and hybrid models to deliver accurate, personalized suggestions. By addressing key challenges such as data sparsity and cold-start issues, it enhances user experience and business profitability. With strong evaluation metrics, the system proves its potential for real-world applications, and future improvements in data handling and algorithmic precision promise even greater efficiency and scalability.</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7FD7734-7E35-C3B3-1958-D4E36F4CCB1E}"/>
              </a:ext>
            </a:extLst>
          </p:cNvPr>
          <p:cNvSpPr txBox="1"/>
          <p:nvPr/>
        </p:nvSpPr>
        <p:spPr>
          <a:xfrm>
            <a:off x="411162" y="6229287"/>
            <a:ext cx="184731" cy="723275"/>
          </a:xfrm>
          <a:prstGeom prst="rect">
            <a:avLst/>
          </a:prstGeom>
          <a:noFill/>
        </p:spPr>
        <p:txBody>
          <a:bodyPr wrap="none" rtlCol="0">
            <a:spAutoFit/>
          </a:bodyPr>
          <a:lstStyle/>
          <a:p>
            <a:endParaRPr lang="en-IN" dirty="0"/>
          </a:p>
        </p:txBody>
      </p:sp>
      <p:sp>
        <p:nvSpPr>
          <p:cNvPr id="9" name="TextBox 8">
            <a:extLst>
              <a:ext uri="{FF2B5EF4-FFF2-40B4-BE49-F238E27FC236}">
                <a16:creationId xmlns:a16="http://schemas.microsoft.com/office/drawing/2014/main" id="{AECBC02A-3301-9241-4EF8-8DC5E7655D7F}"/>
              </a:ext>
            </a:extLst>
          </p:cNvPr>
          <p:cNvSpPr txBox="1"/>
          <p:nvPr/>
        </p:nvSpPr>
        <p:spPr>
          <a:xfrm>
            <a:off x="371526" y="5626969"/>
            <a:ext cx="6984992" cy="1938992"/>
          </a:xfrm>
          <a:prstGeom prst="rect">
            <a:avLst/>
          </a:prstGeom>
          <a:noFill/>
        </p:spPr>
        <p:txBody>
          <a:bodyPr wrap="square" rtlCol="0">
            <a:spAutoFit/>
          </a:bodyPr>
          <a:lstStyle/>
          <a:p>
            <a:pPr marL="285750" indent="-285750" algn="l">
              <a:buFont typeface="Arial" panose="020B0604020202020204" pitchFamily="34" charset="0"/>
              <a:buChar char="•"/>
            </a:pPr>
            <a:r>
              <a:rPr lang="en-US" sz="2000" b="0" i="0" dirty="0">
                <a:solidFill>
                  <a:srgbClr val="374151"/>
                </a:solidFill>
                <a:effectLst/>
                <a:latin typeface="Times New Roman" panose="02020603050405020304" pitchFamily="18" charset="0"/>
                <a:cs typeface="Times New Roman" panose="02020603050405020304" pitchFamily="18" charset="0"/>
              </a:rPr>
              <a:t>Design an efficient recommendation system that delivers personalized suggestions. </a:t>
            </a:r>
          </a:p>
          <a:p>
            <a:pPr marL="285750" indent="-285750" algn="l">
              <a:buFont typeface="Arial" panose="020B0604020202020204" pitchFamily="34" charset="0"/>
              <a:buChar char="•"/>
            </a:pPr>
            <a:r>
              <a:rPr lang="en-US" sz="2000" b="0" i="0" dirty="0">
                <a:solidFill>
                  <a:srgbClr val="374151"/>
                </a:solidFill>
                <a:effectLst/>
                <a:latin typeface="Times New Roman" panose="02020603050405020304" pitchFamily="18" charset="0"/>
                <a:cs typeface="Times New Roman" panose="02020603050405020304" pitchFamily="18" charset="0"/>
              </a:rPr>
              <a:t>Utilize advanced algorithms like SVM and KNN for better proximity detection and classification.</a:t>
            </a:r>
          </a:p>
          <a:p>
            <a:pPr marL="285750" indent="-285750" algn="l">
              <a:buFont typeface="Arial" panose="020B0604020202020204" pitchFamily="34" charset="0"/>
              <a:buChar char="•"/>
            </a:pPr>
            <a:r>
              <a:rPr lang="en-US" sz="2000" b="0" i="0" dirty="0">
                <a:solidFill>
                  <a:srgbClr val="374151"/>
                </a:solidFill>
                <a:effectLst/>
                <a:latin typeface="Times New Roman" panose="02020603050405020304" pitchFamily="18" charset="0"/>
                <a:cs typeface="Times New Roman" panose="02020603050405020304" pitchFamily="18" charset="0"/>
              </a:rPr>
              <a:t> Ensure real-time recommendations by incorporating product availability and user preferences.</a:t>
            </a:r>
          </a:p>
        </p:txBody>
      </p:sp>
      <p:sp>
        <p:nvSpPr>
          <p:cNvPr id="12" name="TextBox 11">
            <a:extLst>
              <a:ext uri="{FF2B5EF4-FFF2-40B4-BE49-F238E27FC236}">
                <a16:creationId xmlns:a16="http://schemas.microsoft.com/office/drawing/2014/main" id="{70F916DC-2454-3266-4076-8EF155BD330A}"/>
              </a:ext>
            </a:extLst>
          </p:cNvPr>
          <p:cNvSpPr txBox="1"/>
          <p:nvPr/>
        </p:nvSpPr>
        <p:spPr>
          <a:xfrm>
            <a:off x="330010" y="3174241"/>
            <a:ext cx="6984992" cy="1031051"/>
          </a:xfrm>
          <a:prstGeom prst="rect">
            <a:avLst/>
          </a:prstGeom>
          <a:noFill/>
        </p:spPr>
        <p:txBody>
          <a:bodyPr wrap="square" rtlCol="0">
            <a:spAutoFit/>
          </a:bodyPr>
          <a:lstStyle/>
          <a:p>
            <a:pPr algn="just"/>
            <a:r>
              <a:rPr lang="en-US" sz="2000" b="0" i="0" dirty="0">
                <a:solidFill>
                  <a:srgbClr val="374151"/>
                </a:solidFill>
                <a:effectLst/>
                <a:latin typeface="Times New Roman" panose="02020603050405020304" pitchFamily="18" charset="0"/>
                <a:cs typeface="Times New Roman" panose="02020603050405020304" pitchFamily="18" charset="0"/>
              </a:rPr>
              <a:t>Users struggle to find relevant products online. This  aims to create an efficient recommendation system using hybrid models to enhance personalization and accuracy.</a:t>
            </a:r>
            <a:endParaRPr lang="en-IN" dirty="0"/>
          </a:p>
        </p:txBody>
      </p:sp>
      <p:sp>
        <p:nvSpPr>
          <p:cNvPr id="13" name="TextBox 12">
            <a:extLst>
              <a:ext uri="{FF2B5EF4-FFF2-40B4-BE49-F238E27FC236}">
                <a16:creationId xmlns:a16="http://schemas.microsoft.com/office/drawing/2014/main" id="{F67AC193-9038-BF27-0726-B212AF31341C}"/>
              </a:ext>
            </a:extLst>
          </p:cNvPr>
          <p:cNvSpPr txBox="1"/>
          <p:nvPr/>
        </p:nvSpPr>
        <p:spPr>
          <a:xfrm>
            <a:off x="411788" y="9670413"/>
            <a:ext cx="6984992" cy="707886"/>
          </a:xfrm>
          <a:prstGeom prst="rect">
            <a:avLst/>
          </a:prstGeom>
          <a:noFill/>
        </p:spPr>
        <p:txBody>
          <a:bodyPr wrap="square" rtlCol="0">
            <a:spAutoFit/>
          </a:bodyPr>
          <a:lstStyle/>
          <a:p>
            <a:r>
              <a:rPr lang="en-IN" sz="2000" dirty="0"/>
              <a:t>We have taken data set from </a:t>
            </a:r>
            <a:r>
              <a:rPr lang="en-IN" sz="2000" dirty="0" err="1"/>
              <a:t>kaggel</a:t>
            </a:r>
            <a:r>
              <a:rPr lang="en-IN" sz="2000" dirty="0"/>
              <a:t> ,we reduced No. of columns ,and feature to obtain required result for our project</a:t>
            </a:r>
          </a:p>
        </p:txBody>
      </p:sp>
      <p:sp>
        <p:nvSpPr>
          <p:cNvPr id="16" name="TextBox 15">
            <a:extLst>
              <a:ext uri="{FF2B5EF4-FFF2-40B4-BE49-F238E27FC236}">
                <a16:creationId xmlns:a16="http://schemas.microsoft.com/office/drawing/2014/main" id="{1342FAA4-B6C5-E872-BDFB-B5D93CCF89A2}"/>
              </a:ext>
            </a:extLst>
          </p:cNvPr>
          <p:cNvSpPr txBox="1"/>
          <p:nvPr/>
        </p:nvSpPr>
        <p:spPr>
          <a:xfrm>
            <a:off x="269061" y="11901518"/>
            <a:ext cx="6984992" cy="255454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K-means and </a:t>
            </a:r>
            <a:r>
              <a:rPr lang="en-US" sz="2000" dirty="0" err="1">
                <a:latin typeface="Times New Roman" panose="02020603050405020304" pitchFamily="18" charset="0"/>
                <a:cs typeface="Times New Roman" panose="02020603050405020304" pitchFamily="18" charset="0"/>
              </a:rPr>
              <a:t>Apriori</a:t>
            </a:r>
            <a:r>
              <a:rPr lang="en-US" sz="2000" dirty="0">
                <a:latin typeface="Times New Roman" panose="02020603050405020304" pitchFamily="18" charset="0"/>
                <a:cs typeface="Times New Roman" panose="02020603050405020304" pitchFamily="18" charset="0"/>
              </a:rPr>
              <a:t> algorithms analyzed an Austrian retailer's sales data, linking demographics and buying behavior to specific product groups.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Improved market targeting by associating consumer categories with product groups.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Applicability is limited to one retailer; broader testing in other industries is needed.</a:t>
            </a:r>
          </a:p>
          <a:p>
            <a:pPr marL="285750" indent="-285750" algn="l">
              <a:buFont typeface="Arial" panose="020B0604020202020204" pitchFamily="34" charset="0"/>
              <a:buChar char="•"/>
            </a:pPr>
            <a:endParaRPr lang="en-IN" sz="2000" dirty="0"/>
          </a:p>
        </p:txBody>
      </p:sp>
      <p:sp>
        <p:nvSpPr>
          <p:cNvPr id="18" name="TextBox 17">
            <a:extLst>
              <a:ext uri="{FF2B5EF4-FFF2-40B4-BE49-F238E27FC236}">
                <a16:creationId xmlns:a16="http://schemas.microsoft.com/office/drawing/2014/main" id="{300BF705-1ECB-EF55-B7CD-C5B616C7F01D}"/>
              </a:ext>
            </a:extLst>
          </p:cNvPr>
          <p:cNvSpPr txBox="1"/>
          <p:nvPr/>
        </p:nvSpPr>
        <p:spPr>
          <a:xfrm>
            <a:off x="15220111" y="3308947"/>
            <a:ext cx="5704359" cy="163121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Our recommendation system boats high effectiveness </a:t>
            </a:r>
            <a:r>
              <a:rPr lang="en-US" sz="2000" dirty="0">
                <a:latin typeface="Times New Roman" panose="02020603050405020304" pitchFamily="18" charset="0"/>
                <a:cs typeface="Times New Roman" panose="02020603050405020304" pitchFamily="18" charset="0"/>
              </a:rPr>
              <a:t> in Precision of 86.7%, Recall of 83.2%, and F1 Score of 84.9%. This means the system is relevantly accurate for giving product recommendations and is thus a good balance between precision and recall.</a:t>
            </a:r>
            <a:endParaRPr lang="en-IN"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9CFBDCDA-98D0-924E-323A-E148BD076F4D}"/>
              </a:ext>
            </a:extLst>
          </p:cNvPr>
          <p:cNvSpPr txBox="1"/>
          <p:nvPr/>
        </p:nvSpPr>
        <p:spPr>
          <a:xfrm>
            <a:off x="14940094" y="8062011"/>
            <a:ext cx="6146262" cy="1938992"/>
          </a:xfrm>
          <a:prstGeom prst="rect">
            <a:avLst/>
          </a:prstGeom>
          <a:noFill/>
        </p:spPr>
        <p:txBody>
          <a:bodyPr wrap="square" rtlCol="0">
            <a:spAutoFit/>
          </a:bodyPr>
          <a:lstStyle/>
          <a:p>
            <a:pPr marL="285750" indent="-285750" algn="l">
              <a:buFont typeface="Arial" panose="020B0604020202020204" pitchFamily="34" charset="0"/>
              <a:buChar char="•"/>
            </a:pPr>
            <a:endParaRPr lang="en-US" sz="2000" b="0" i="0" dirty="0">
              <a:solidFill>
                <a:srgbClr val="374151"/>
              </a:solidFill>
              <a:effectLst/>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To obtain the proper recommendation we have made several improvement .The dataset was carefully modified ensuring the model could recommend the product .The architecture was fine tuned to balance accuracy and efficient .</a:t>
            </a:r>
          </a:p>
        </p:txBody>
      </p:sp>
      <p:pic>
        <p:nvPicPr>
          <p:cNvPr id="6" name="Picture 5">
            <a:extLst>
              <a:ext uri="{FF2B5EF4-FFF2-40B4-BE49-F238E27FC236}">
                <a16:creationId xmlns:a16="http://schemas.microsoft.com/office/drawing/2014/main" id="{BE780AEA-B602-E9F1-CA00-10F2F0AB79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98762" y="4840762"/>
            <a:ext cx="4953000" cy="2480807"/>
          </a:xfrm>
          <a:prstGeom prst="rect">
            <a:avLst/>
          </a:prstGeom>
        </p:spPr>
      </p:pic>
      <p:sp>
        <p:nvSpPr>
          <p:cNvPr id="4" name="AutoShape 2">
            <a:extLst>
              <a:ext uri="{FF2B5EF4-FFF2-40B4-BE49-F238E27FC236}">
                <a16:creationId xmlns:a16="http://schemas.microsoft.com/office/drawing/2014/main" id="{BF82AC64-D70D-C11B-5861-FA1AB579871E}"/>
              </a:ext>
            </a:extLst>
          </p:cNvPr>
          <p:cNvSpPr>
            <a:spLocks noChangeAspect="1" noChangeArrowheads="1"/>
          </p:cNvSpPr>
          <p:nvPr/>
        </p:nvSpPr>
        <p:spPr bwMode="auto">
          <a:xfrm>
            <a:off x="10545763" y="739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17856319-C79C-5C53-0626-707E8243CC00}"/>
              </a:ext>
            </a:extLst>
          </p:cNvPr>
          <p:cNvPicPr>
            <a:picLocks noChangeAspect="1"/>
          </p:cNvPicPr>
          <p:nvPr/>
        </p:nvPicPr>
        <p:blipFill>
          <a:blip r:embed="rId5"/>
          <a:stretch>
            <a:fillRect/>
          </a:stretch>
        </p:blipFill>
        <p:spPr>
          <a:xfrm>
            <a:off x="8706517" y="4077955"/>
            <a:ext cx="4029075" cy="3752850"/>
          </a:xfrm>
          <a:prstGeom prst="rect">
            <a:avLst/>
          </a:prstGeom>
        </p:spPr>
      </p:pic>
      <p:sp>
        <p:nvSpPr>
          <p:cNvPr id="10" name="TextBox 9">
            <a:extLst>
              <a:ext uri="{FF2B5EF4-FFF2-40B4-BE49-F238E27FC236}">
                <a16:creationId xmlns:a16="http://schemas.microsoft.com/office/drawing/2014/main" id="{1A8940EC-363E-10C2-C5C8-CDB76EE4A4D7}"/>
              </a:ext>
            </a:extLst>
          </p:cNvPr>
          <p:cNvSpPr txBox="1"/>
          <p:nvPr/>
        </p:nvSpPr>
        <p:spPr>
          <a:xfrm>
            <a:off x="7481939" y="8430082"/>
            <a:ext cx="6798208"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t>Load Data Set – Collect user data (browsing history, purchases, ratings).</a:t>
            </a:r>
          </a:p>
          <a:p>
            <a:pPr marL="342900" indent="-342900">
              <a:buFont typeface="Arial" panose="020B0604020202020204" pitchFamily="34" charset="0"/>
              <a:buChar char="•"/>
            </a:pPr>
            <a:r>
              <a:rPr lang="en-US" sz="2000" dirty="0"/>
              <a:t>Preprocess Data – Clean, normalize, and transform data for model training.</a:t>
            </a:r>
          </a:p>
          <a:p>
            <a:pPr marL="342900" indent="-342900">
              <a:buFont typeface="Arial" panose="020B0604020202020204" pitchFamily="34" charset="0"/>
              <a:buChar char="•"/>
            </a:pPr>
            <a:r>
              <a:rPr lang="en-US" sz="2000" dirty="0"/>
              <a:t>Apply Algorithms – Choose between KNN (collaborative filtering) or SVM (classification-based recommendations).</a:t>
            </a:r>
          </a:p>
          <a:p>
            <a:pPr marL="342900" indent="-342900">
              <a:buFont typeface="Arial" panose="020B0604020202020204" pitchFamily="34" charset="0"/>
              <a:buChar char="•"/>
            </a:pPr>
            <a:r>
              <a:rPr lang="en-US" sz="2000" dirty="0"/>
              <a:t>KNN Logic – Finds similar users/items to suggest products.</a:t>
            </a:r>
          </a:p>
          <a:p>
            <a:pPr marL="342900" indent="-342900">
              <a:buFont typeface="Arial" panose="020B0604020202020204" pitchFamily="34" charset="0"/>
              <a:buChar char="•"/>
            </a:pPr>
            <a:r>
              <a:rPr lang="en-US" sz="2000" dirty="0"/>
              <a:t>SVM Logic – Classifies users into groups for personalized recommendations.</a:t>
            </a:r>
          </a:p>
          <a:p>
            <a:pPr marL="342900" indent="-342900">
              <a:buFont typeface="Arial" panose="020B0604020202020204" pitchFamily="34" charset="0"/>
              <a:buChar char="•"/>
            </a:pPr>
            <a:r>
              <a:rPr lang="en-US" sz="2000" dirty="0"/>
              <a:t>Results – Displays relevant product suggestions to users.</a:t>
            </a:r>
          </a:p>
          <a:p>
            <a:endParaRPr lang="en-IN"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2621</TotalTime>
  <Words>412</Words>
  <Application>Microsoft Office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Bookman Old Style</vt:lpstr>
      <vt:lpstr>Calibri</vt:lpstr>
      <vt:lpstr>Times New Roman</vt:lpstr>
      <vt:lpstr>Office Theme</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aesplancopy.co.uk</dc:creator>
  <cp:lastModifiedBy>Priyanka Budihal</cp:lastModifiedBy>
  <cp:revision>214</cp:revision>
  <dcterms:created xsi:type="dcterms:W3CDTF">2009-07-23T11:11:30Z</dcterms:created>
  <dcterms:modified xsi:type="dcterms:W3CDTF">2025-02-17T05:04:26Z</dcterms:modified>
</cp:coreProperties>
</file>